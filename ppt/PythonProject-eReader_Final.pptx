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6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0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64EF6-50F6-41F3-AC6A-2B8A35BA9DB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FF7BC3-34E1-4748-BA09-06BFFFAA4D5C}">
      <dgm:prSet custT="1"/>
      <dgm:spPr/>
      <dgm:t>
        <a:bodyPr/>
        <a:lstStyle/>
        <a:p>
          <a:r>
            <a:rPr lang="en-US" sz="3600" dirty="0"/>
            <a:t>Prajyot Suvarna</a:t>
          </a:r>
        </a:p>
      </dgm:t>
    </dgm:pt>
    <dgm:pt modelId="{D40A821F-D488-47EC-AA05-9A7414B32909}" type="parTrans" cxnId="{DDF1884E-E72C-4152-BE88-97EFB5B1F44B}">
      <dgm:prSet/>
      <dgm:spPr/>
      <dgm:t>
        <a:bodyPr/>
        <a:lstStyle/>
        <a:p>
          <a:endParaRPr lang="en-US"/>
        </a:p>
      </dgm:t>
    </dgm:pt>
    <dgm:pt modelId="{9BD479C6-0B0C-4268-B78F-8FFF14FB8FC6}" type="sibTrans" cxnId="{DDF1884E-E72C-4152-BE88-97EFB5B1F44B}">
      <dgm:prSet/>
      <dgm:spPr/>
      <dgm:t>
        <a:bodyPr/>
        <a:lstStyle/>
        <a:p>
          <a:endParaRPr lang="en-US"/>
        </a:p>
      </dgm:t>
    </dgm:pt>
    <dgm:pt modelId="{7997FED5-3C94-4745-A2FF-39798FB7EA95}">
      <dgm:prSet/>
      <dgm:spPr/>
      <dgm:t>
        <a:bodyPr/>
        <a:lstStyle/>
        <a:p>
          <a:r>
            <a:rPr lang="en-IN" dirty="0"/>
            <a:t>Sujith Umapathy</a:t>
          </a:r>
          <a:endParaRPr lang="en-US" dirty="0"/>
        </a:p>
      </dgm:t>
    </dgm:pt>
    <dgm:pt modelId="{7F62F3DE-B516-4727-9EBF-AE8A3DC06BA5}" type="parTrans" cxnId="{5814CB1C-C6E4-4A7A-90D3-74A421514DC2}">
      <dgm:prSet/>
      <dgm:spPr/>
      <dgm:t>
        <a:bodyPr/>
        <a:lstStyle/>
        <a:p>
          <a:endParaRPr lang="en-US"/>
        </a:p>
      </dgm:t>
    </dgm:pt>
    <dgm:pt modelId="{166F06B0-F46D-4800-BFCE-E7BBD9DA61C3}" type="sibTrans" cxnId="{5814CB1C-C6E4-4A7A-90D3-74A421514DC2}">
      <dgm:prSet/>
      <dgm:spPr/>
      <dgm:t>
        <a:bodyPr/>
        <a:lstStyle/>
        <a:p>
          <a:endParaRPr lang="en-US"/>
        </a:p>
      </dgm:t>
    </dgm:pt>
    <dgm:pt modelId="{67E74FD3-11CA-4839-BF5D-34223C17F409}" type="pres">
      <dgm:prSet presAssocID="{DC664EF6-50F6-41F3-AC6A-2B8A35BA9DB3}" presName="linear" presStyleCnt="0">
        <dgm:presLayoutVars>
          <dgm:dir/>
          <dgm:animLvl val="lvl"/>
          <dgm:resizeHandles val="exact"/>
        </dgm:presLayoutVars>
      </dgm:prSet>
      <dgm:spPr/>
    </dgm:pt>
    <dgm:pt modelId="{2A2C1CEB-402A-4D56-834A-740A7E291A9B}" type="pres">
      <dgm:prSet presAssocID="{55FF7BC3-34E1-4748-BA09-06BFFFAA4D5C}" presName="parentLin" presStyleCnt="0"/>
      <dgm:spPr/>
    </dgm:pt>
    <dgm:pt modelId="{42DA69CE-721B-4BE8-9068-45CD92F3D7CA}" type="pres">
      <dgm:prSet presAssocID="{55FF7BC3-34E1-4748-BA09-06BFFFAA4D5C}" presName="parentLeftMargin" presStyleLbl="node1" presStyleIdx="0" presStyleCnt="2"/>
      <dgm:spPr/>
    </dgm:pt>
    <dgm:pt modelId="{7407264F-9651-411E-9159-99FE356F17D8}" type="pres">
      <dgm:prSet presAssocID="{55FF7BC3-34E1-4748-BA09-06BFFFAA4D5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440CA3-155E-4A90-AA63-17862AF53C9B}" type="pres">
      <dgm:prSet presAssocID="{55FF7BC3-34E1-4748-BA09-06BFFFAA4D5C}" presName="negativeSpace" presStyleCnt="0"/>
      <dgm:spPr/>
    </dgm:pt>
    <dgm:pt modelId="{02A9C960-2407-4072-B759-A511EA5B17B5}" type="pres">
      <dgm:prSet presAssocID="{55FF7BC3-34E1-4748-BA09-06BFFFAA4D5C}" presName="childText" presStyleLbl="conFgAcc1" presStyleIdx="0" presStyleCnt="2">
        <dgm:presLayoutVars>
          <dgm:bulletEnabled val="1"/>
        </dgm:presLayoutVars>
      </dgm:prSet>
      <dgm:spPr>
        <a:solidFill>
          <a:schemeClr val="tx1">
            <a:alpha val="90000"/>
          </a:schemeClr>
        </a:solidFill>
        <a:ln>
          <a:solidFill>
            <a:schemeClr val="accent2">
              <a:hueOff val="0"/>
              <a:satOff val="0"/>
              <a:lumOff val="0"/>
              <a:alpha val="86000"/>
            </a:schemeClr>
          </a:solidFill>
        </a:ln>
      </dgm:spPr>
    </dgm:pt>
    <dgm:pt modelId="{77284DF2-6700-465A-ABAB-4EA857A0D549}" type="pres">
      <dgm:prSet presAssocID="{9BD479C6-0B0C-4268-B78F-8FFF14FB8FC6}" presName="spaceBetweenRectangles" presStyleCnt="0"/>
      <dgm:spPr/>
    </dgm:pt>
    <dgm:pt modelId="{D95469AA-8E9F-4BC9-9D55-81F73362652C}" type="pres">
      <dgm:prSet presAssocID="{7997FED5-3C94-4745-A2FF-39798FB7EA95}" presName="parentLin" presStyleCnt="0"/>
      <dgm:spPr/>
    </dgm:pt>
    <dgm:pt modelId="{7BC058FA-3517-4C2B-A79C-84B8A9E487C2}" type="pres">
      <dgm:prSet presAssocID="{7997FED5-3C94-4745-A2FF-39798FB7EA95}" presName="parentLeftMargin" presStyleLbl="node1" presStyleIdx="0" presStyleCnt="2"/>
      <dgm:spPr/>
    </dgm:pt>
    <dgm:pt modelId="{E8E8631C-7648-4AB5-8D2F-41E55310CA8D}" type="pres">
      <dgm:prSet presAssocID="{7997FED5-3C94-4745-A2FF-39798FB7EA9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6EAB87E-7E17-489B-AD95-CE19D2FA3165}" type="pres">
      <dgm:prSet presAssocID="{7997FED5-3C94-4745-A2FF-39798FB7EA95}" presName="negativeSpace" presStyleCnt="0"/>
      <dgm:spPr/>
    </dgm:pt>
    <dgm:pt modelId="{FACA7B99-8E28-41FE-BD49-C0D29709D0F9}" type="pres">
      <dgm:prSet presAssocID="{7997FED5-3C94-4745-A2FF-39798FB7EA95}" presName="childText" presStyleLbl="conFgAcc1" presStyleIdx="1" presStyleCnt="2">
        <dgm:presLayoutVars>
          <dgm:bulletEnabled val="1"/>
        </dgm:presLayoutVars>
      </dgm:prSet>
      <dgm:spPr>
        <a:solidFill>
          <a:schemeClr val="tx1">
            <a:alpha val="90000"/>
          </a:schemeClr>
        </a:solidFill>
      </dgm:spPr>
    </dgm:pt>
  </dgm:ptLst>
  <dgm:cxnLst>
    <dgm:cxn modelId="{946E5007-54B8-4DB9-B757-9D4434EC3CFC}" type="presOf" srcId="{55FF7BC3-34E1-4748-BA09-06BFFFAA4D5C}" destId="{7407264F-9651-411E-9159-99FE356F17D8}" srcOrd="1" destOrd="0" presId="urn:microsoft.com/office/officeart/2005/8/layout/list1"/>
    <dgm:cxn modelId="{5814CB1C-C6E4-4A7A-90D3-74A421514DC2}" srcId="{DC664EF6-50F6-41F3-AC6A-2B8A35BA9DB3}" destId="{7997FED5-3C94-4745-A2FF-39798FB7EA95}" srcOrd="1" destOrd="0" parTransId="{7F62F3DE-B516-4727-9EBF-AE8A3DC06BA5}" sibTransId="{166F06B0-F46D-4800-BFCE-E7BBD9DA61C3}"/>
    <dgm:cxn modelId="{95125946-0D24-4118-9BDF-2ADCE06191CF}" type="presOf" srcId="{7997FED5-3C94-4745-A2FF-39798FB7EA95}" destId="{E8E8631C-7648-4AB5-8D2F-41E55310CA8D}" srcOrd="1" destOrd="0" presId="urn:microsoft.com/office/officeart/2005/8/layout/list1"/>
    <dgm:cxn modelId="{DDF1884E-E72C-4152-BE88-97EFB5B1F44B}" srcId="{DC664EF6-50F6-41F3-AC6A-2B8A35BA9DB3}" destId="{55FF7BC3-34E1-4748-BA09-06BFFFAA4D5C}" srcOrd="0" destOrd="0" parTransId="{D40A821F-D488-47EC-AA05-9A7414B32909}" sibTransId="{9BD479C6-0B0C-4268-B78F-8FFF14FB8FC6}"/>
    <dgm:cxn modelId="{17453486-2558-4D60-956B-3C5ABBCB76F1}" type="presOf" srcId="{DC664EF6-50F6-41F3-AC6A-2B8A35BA9DB3}" destId="{67E74FD3-11CA-4839-BF5D-34223C17F409}" srcOrd="0" destOrd="0" presId="urn:microsoft.com/office/officeart/2005/8/layout/list1"/>
    <dgm:cxn modelId="{251A99EA-82E6-434E-97BD-BF5900C0B24E}" type="presOf" srcId="{55FF7BC3-34E1-4748-BA09-06BFFFAA4D5C}" destId="{42DA69CE-721B-4BE8-9068-45CD92F3D7CA}" srcOrd="0" destOrd="0" presId="urn:microsoft.com/office/officeart/2005/8/layout/list1"/>
    <dgm:cxn modelId="{7D75DDF1-C250-40CC-AF43-041984E07433}" type="presOf" srcId="{7997FED5-3C94-4745-A2FF-39798FB7EA95}" destId="{7BC058FA-3517-4C2B-A79C-84B8A9E487C2}" srcOrd="0" destOrd="0" presId="urn:microsoft.com/office/officeart/2005/8/layout/list1"/>
    <dgm:cxn modelId="{B8AFB793-604C-4466-8592-681ECD5983D2}" type="presParOf" srcId="{67E74FD3-11CA-4839-BF5D-34223C17F409}" destId="{2A2C1CEB-402A-4D56-834A-740A7E291A9B}" srcOrd="0" destOrd="0" presId="urn:microsoft.com/office/officeart/2005/8/layout/list1"/>
    <dgm:cxn modelId="{4B6771C4-E428-4DAD-8A63-F1AB27E2F236}" type="presParOf" srcId="{2A2C1CEB-402A-4D56-834A-740A7E291A9B}" destId="{42DA69CE-721B-4BE8-9068-45CD92F3D7CA}" srcOrd="0" destOrd="0" presId="urn:microsoft.com/office/officeart/2005/8/layout/list1"/>
    <dgm:cxn modelId="{1EEDDAC6-D241-4B98-88E7-D51890961AF9}" type="presParOf" srcId="{2A2C1CEB-402A-4D56-834A-740A7E291A9B}" destId="{7407264F-9651-411E-9159-99FE356F17D8}" srcOrd="1" destOrd="0" presId="urn:microsoft.com/office/officeart/2005/8/layout/list1"/>
    <dgm:cxn modelId="{03A10B7E-B6FE-47A6-90DB-605BD08D37F0}" type="presParOf" srcId="{67E74FD3-11CA-4839-BF5D-34223C17F409}" destId="{FD440CA3-155E-4A90-AA63-17862AF53C9B}" srcOrd="1" destOrd="0" presId="urn:microsoft.com/office/officeart/2005/8/layout/list1"/>
    <dgm:cxn modelId="{49130365-B43A-4C20-8EDF-71971AD07506}" type="presParOf" srcId="{67E74FD3-11CA-4839-BF5D-34223C17F409}" destId="{02A9C960-2407-4072-B759-A511EA5B17B5}" srcOrd="2" destOrd="0" presId="urn:microsoft.com/office/officeart/2005/8/layout/list1"/>
    <dgm:cxn modelId="{C784A90B-9661-4B0E-98A5-84D89AD9D759}" type="presParOf" srcId="{67E74FD3-11CA-4839-BF5D-34223C17F409}" destId="{77284DF2-6700-465A-ABAB-4EA857A0D549}" srcOrd="3" destOrd="0" presId="urn:microsoft.com/office/officeart/2005/8/layout/list1"/>
    <dgm:cxn modelId="{49EFA501-AF92-4DFA-9E97-7ADC8C0D46A2}" type="presParOf" srcId="{67E74FD3-11CA-4839-BF5D-34223C17F409}" destId="{D95469AA-8E9F-4BC9-9D55-81F73362652C}" srcOrd="4" destOrd="0" presId="urn:microsoft.com/office/officeart/2005/8/layout/list1"/>
    <dgm:cxn modelId="{C04E4293-B235-49C0-BFA9-58F0964B7766}" type="presParOf" srcId="{D95469AA-8E9F-4BC9-9D55-81F73362652C}" destId="{7BC058FA-3517-4C2B-A79C-84B8A9E487C2}" srcOrd="0" destOrd="0" presId="urn:microsoft.com/office/officeart/2005/8/layout/list1"/>
    <dgm:cxn modelId="{87688407-2495-4B17-85DF-B088287F46D7}" type="presParOf" srcId="{D95469AA-8E9F-4BC9-9D55-81F73362652C}" destId="{E8E8631C-7648-4AB5-8D2F-41E55310CA8D}" srcOrd="1" destOrd="0" presId="urn:microsoft.com/office/officeart/2005/8/layout/list1"/>
    <dgm:cxn modelId="{1FBA31E5-48BB-4C34-9711-17892548217C}" type="presParOf" srcId="{67E74FD3-11CA-4839-BF5D-34223C17F409}" destId="{D6EAB87E-7E17-489B-AD95-CE19D2FA3165}" srcOrd="5" destOrd="0" presId="urn:microsoft.com/office/officeart/2005/8/layout/list1"/>
    <dgm:cxn modelId="{C79600FA-D38D-4788-9583-4F183D9E2AB2}" type="presParOf" srcId="{67E74FD3-11CA-4839-BF5D-34223C17F409}" destId="{FACA7B99-8E28-41FE-BD49-C0D29709D0F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EC2CB8-83FE-4443-89D9-35022E1D9B24}" type="doc">
      <dgm:prSet loTypeId="urn:microsoft.com/office/officeart/2005/8/layout/hProcess7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7F3AEC5-108F-4968-9321-AA535191C523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Build A Data Bank</a:t>
          </a:r>
          <a:endParaRPr lang="en-IN" sz="1600" b="1" dirty="0">
            <a:solidFill>
              <a:schemeClr val="tx1"/>
            </a:solidFill>
          </a:endParaRPr>
        </a:p>
      </dgm:t>
    </dgm:pt>
    <dgm:pt modelId="{BEED63C6-1457-40FF-AD79-E400070BE699}" type="parTrans" cxnId="{8584E193-9AD6-4328-A3B5-895E265A50CB}">
      <dgm:prSet/>
      <dgm:spPr/>
      <dgm:t>
        <a:bodyPr/>
        <a:lstStyle/>
        <a:p>
          <a:endParaRPr lang="en-IN"/>
        </a:p>
      </dgm:t>
    </dgm:pt>
    <dgm:pt modelId="{276FA7AC-248B-4A84-9AC2-40A0205F4409}" type="sibTrans" cxnId="{8584E193-9AD6-4328-A3B5-895E265A50CB}">
      <dgm:prSet/>
      <dgm:spPr/>
      <dgm:t>
        <a:bodyPr/>
        <a:lstStyle/>
        <a:p>
          <a:endParaRPr lang="en-IN"/>
        </a:p>
      </dgm:t>
    </dgm:pt>
    <dgm:pt modelId="{48DA32B2-F813-4718-A212-D5A5C7DF019F}">
      <dgm:prSet phldrT="[Text]" custT="1"/>
      <dgm:spPr/>
      <dgm:t>
        <a:bodyPr/>
        <a:lstStyle/>
        <a:p>
          <a:pPr algn="l"/>
          <a:r>
            <a:rPr lang="en-US" sz="2000" i="1" dirty="0"/>
            <a:t>Formulate a data bank of words with their complexity level (based on CERF)</a:t>
          </a:r>
          <a:endParaRPr lang="en-IN" sz="2000" i="1" dirty="0"/>
        </a:p>
      </dgm:t>
    </dgm:pt>
    <dgm:pt modelId="{E735162D-3799-4485-8CE0-D23874FD4805}" type="parTrans" cxnId="{EAE9ABC5-6B75-4B50-83C4-ADDEB8165CB8}">
      <dgm:prSet/>
      <dgm:spPr/>
      <dgm:t>
        <a:bodyPr/>
        <a:lstStyle/>
        <a:p>
          <a:endParaRPr lang="en-IN"/>
        </a:p>
      </dgm:t>
    </dgm:pt>
    <dgm:pt modelId="{B5B0207F-3BB0-4412-A86A-604D12DBBBC0}" type="sibTrans" cxnId="{EAE9ABC5-6B75-4B50-83C4-ADDEB8165CB8}">
      <dgm:prSet/>
      <dgm:spPr/>
      <dgm:t>
        <a:bodyPr/>
        <a:lstStyle/>
        <a:p>
          <a:endParaRPr lang="en-IN"/>
        </a:p>
      </dgm:t>
    </dgm:pt>
    <dgm:pt modelId="{45AA6334-0877-4620-8B6C-603D9954EB32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Identify complex words</a:t>
          </a:r>
          <a:endParaRPr lang="en-IN" sz="1600" b="1" dirty="0">
            <a:solidFill>
              <a:schemeClr val="tx1"/>
            </a:solidFill>
          </a:endParaRPr>
        </a:p>
      </dgm:t>
    </dgm:pt>
    <dgm:pt modelId="{5B9EF457-6075-4054-B50A-FDD43C3637F1}" type="parTrans" cxnId="{B5C521B0-85E2-496B-9E4E-B94BBB80C2F7}">
      <dgm:prSet/>
      <dgm:spPr/>
      <dgm:t>
        <a:bodyPr/>
        <a:lstStyle/>
        <a:p>
          <a:endParaRPr lang="en-IN"/>
        </a:p>
      </dgm:t>
    </dgm:pt>
    <dgm:pt modelId="{CCA8DEBB-95DB-40F5-AA38-7FF96E408999}" type="sibTrans" cxnId="{B5C521B0-85E2-496B-9E4E-B94BBB80C2F7}">
      <dgm:prSet/>
      <dgm:spPr/>
      <dgm:t>
        <a:bodyPr/>
        <a:lstStyle/>
        <a:p>
          <a:endParaRPr lang="en-IN"/>
        </a:p>
      </dgm:t>
    </dgm:pt>
    <dgm:pt modelId="{4712E9D1-61E5-486C-9AA6-9A09825B02F8}">
      <dgm:prSet phldrT="[Text]" custT="1"/>
      <dgm:spPr/>
      <dgm:t>
        <a:bodyPr/>
        <a:lstStyle/>
        <a:p>
          <a:pPr algn="l"/>
          <a:r>
            <a:rPr lang="en-US" sz="2000" i="1" dirty="0"/>
            <a:t>We identify the complex words in a page using the data bank</a:t>
          </a:r>
          <a:endParaRPr lang="en-IN" sz="2000" i="1" dirty="0"/>
        </a:p>
      </dgm:t>
    </dgm:pt>
    <dgm:pt modelId="{67041BFA-0EF8-48FA-9B2B-590D65C4D697}" type="parTrans" cxnId="{3EBED3D5-3525-4E2A-916A-7FA0FB12EB9E}">
      <dgm:prSet/>
      <dgm:spPr/>
      <dgm:t>
        <a:bodyPr/>
        <a:lstStyle/>
        <a:p>
          <a:endParaRPr lang="en-IN"/>
        </a:p>
      </dgm:t>
    </dgm:pt>
    <dgm:pt modelId="{68F806A8-F247-4E41-8E17-2B10DD56DFEC}" type="sibTrans" cxnId="{3EBED3D5-3525-4E2A-916A-7FA0FB12EB9E}">
      <dgm:prSet/>
      <dgm:spPr/>
      <dgm:t>
        <a:bodyPr/>
        <a:lstStyle/>
        <a:p>
          <a:endParaRPr lang="en-IN"/>
        </a:p>
      </dgm:t>
    </dgm:pt>
    <dgm:pt modelId="{F2AAEE62-CAB8-4DE6-BBB4-6FC2005181D9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Check sentence integrity</a:t>
          </a:r>
          <a:endParaRPr lang="en-IN" sz="1600" b="1" dirty="0">
            <a:solidFill>
              <a:schemeClr val="tx1"/>
            </a:solidFill>
          </a:endParaRPr>
        </a:p>
      </dgm:t>
    </dgm:pt>
    <dgm:pt modelId="{86F0D081-7DC2-486A-AA15-5C181E213239}" type="parTrans" cxnId="{94FF4A94-823C-4911-9DFE-CC2EBD4B89F3}">
      <dgm:prSet/>
      <dgm:spPr/>
      <dgm:t>
        <a:bodyPr/>
        <a:lstStyle/>
        <a:p>
          <a:endParaRPr lang="en-IN"/>
        </a:p>
      </dgm:t>
    </dgm:pt>
    <dgm:pt modelId="{09B3400F-DECD-40A5-A32C-DCA66B1DAC0A}" type="sibTrans" cxnId="{94FF4A94-823C-4911-9DFE-CC2EBD4B89F3}">
      <dgm:prSet/>
      <dgm:spPr/>
      <dgm:t>
        <a:bodyPr/>
        <a:lstStyle/>
        <a:p>
          <a:endParaRPr lang="en-IN"/>
        </a:p>
      </dgm:t>
    </dgm:pt>
    <dgm:pt modelId="{A240D7C0-9D9D-4C43-A141-F6C40863FAF0}">
      <dgm:prSet phldrT="[Text]" custT="1"/>
      <dgm:spPr/>
      <dgm:t>
        <a:bodyPr/>
        <a:lstStyle/>
        <a:p>
          <a:pPr algn="l"/>
          <a:r>
            <a:rPr lang="en-US" sz="2000" i="1" dirty="0"/>
            <a:t>We use NLTK modals to verify the sentence integrity </a:t>
          </a:r>
          <a:endParaRPr lang="en-IN" sz="2000" i="1" dirty="0"/>
        </a:p>
      </dgm:t>
    </dgm:pt>
    <dgm:pt modelId="{FE103F1A-B35C-4A0D-BBE3-B897171B5597}" type="parTrans" cxnId="{7833CEBA-A967-458D-BF4E-076A2CED85E1}">
      <dgm:prSet/>
      <dgm:spPr/>
      <dgm:t>
        <a:bodyPr/>
        <a:lstStyle/>
        <a:p>
          <a:endParaRPr lang="en-IN"/>
        </a:p>
      </dgm:t>
    </dgm:pt>
    <dgm:pt modelId="{4FDA62D6-1AD4-4F2E-B8C8-B1ECDF1632A5}" type="sibTrans" cxnId="{7833CEBA-A967-458D-BF4E-076A2CED85E1}">
      <dgm:prSet/>
      <dgm:spPr/>
      <dgm:t>
        <a:bodyPr/>
        <a:lstStyle/>
        <a:p>
          <a:endParaRPr lang="en-IN"/>
        </a:p>
      </dgm:t>
    </dgm:pt>
    <dgm:pt modelId="{5556B19A-61AF-48FB-BF15-EB4977D41FEA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Generate a new page</a:t>
          </a:r>
          <a:endParaRPr lang="en-IN" sz="1600" b="1" dirty="0">
            <a:solidFill>
              <a:schemeClr val="tx1"/>
            </a:solidFill>
          </a:endParaRPr>
        </a:p>
      </dgm:t>
    </dgm:pt>
    <dgm:pt modelId="{EBB27446-3C0C-441A-A872-9D433393D9DC}" type="parTrans" cxnId="{BFB48106-BBFC-43D9-9E93-1F2E12C02AFF}">
      <dgm:prSet/>
      <dgm:spPr/>
      <dgm:t>
        <a:bodyPr/>
        <a:lstStyle/>
        <a:p>
          <a:endParaRPr lang="en-IN"/>
        </a:p>
      </dgm:t>
    </dgm:pt>
    <dgm:pt modelId="{72F746EC-ACAE-4041-86FB-0BB8EF1A5408}" type="sibTrans" cxnId="{BFB48106-BBFC-43D9-9E93-1F2E12C02AFF}">
      <dgm:prSet/>
      <dgm:spPr/>
      <dgm:t>
        <a:bodyPr/>
        <a:lstStyle/>
        <a:p>
          <a:endParaRPr lang="en-IN"/>
        </a:p>
      </dgm:t>
    </dgm:pt>
    <dgm:pt modelId="{9EF71FDD-9982-4C3B-B742-3A04EBE8A9DF}">
      <dgm:prSet phldrT="[Text]" custT="1"/>
      <dgm:spPr/>
      <dgm:t>
        <a:bodyPr/>
        <a:lstStyle/>
        <a:p>
          <a:r>
            <a:rPr lang="en-US" sz="2000" i="1" dirty="0"/>
            <a:t>Generate a new page with simplified words</a:t>
          </a:r>
          <a:endParaRPr lang="en-IN" sz="2000" i="1" dirty="0"/>
        </a:p>
      </dgm:t>
    </dgm:pt>
    <dgm:pt modelId="{6E09C743-75A1-4F8D-B1D2-DA0CD01CD138}" type="parTrans" cxnId="{4BFA259E-0CD7-4689-93F2-6E7D14671F8D}">
      <dgm:prSet/>
      <dgm:spPr/>
      <dgm:t>
        <a:bodyPr/>
        <a:lstStyle/>
        <a:p>
          <a:endParaRPr lang="en-IN"/>
        </a:p>
      </dgm:t>
    </dgm:pt>
    <dgm:pt modelId="{6D3C0178-97DB-4D07-AFF4-39826C26D42B}" type="sibTrans" cxnId="{4BFA259E-0CD7-4689-93F2-6E7D14671F8D}">
      <dgm:prSet/>
      <dgm:spPr/>
      <dgm:t>
        <a:bodyPr/>
        <a:lstStyle/>
        <a:p>
          <a:endParaRPr lang="en-IN"/>
        </a:p>
      </dgm:t>
    </dgm:pt>
    <dgm:pt modelId="{567D38EE-99F2-40DF-9265-6AC79550DEDA}">
      <dgm:prSet phldrT="[Text]" custT="1"/>
      <dgm:spPr/>
      <dgm:t>
        <a:bodyPr/>
        <a:lstStyle/>
        <a:p>
          <a:pPr algn="r"/>
          <a:r>
            <a:rPr lang="en-US" sz="1600" b="1" dirty="0">
              <a:solidFill>
                <a:schemeClr val="tx1"/>
              </a:solidFill>
            </a:rPr>
            <a:t>Find the synonyms</a:t>
          </a:r>
          <a:r>
            <a:rPr lang="en-US" sz="1800" b="1" dirty="0">
              <a:solidFill>
                <a:schemeClr val="tx1"/>
              </a:solidFill>
            </a:rPr>
            <a:t> </a:t>
          </a:r>
          <a:endParaRPr lang="en-IN" sz="1800" b="1" dirty="0">
            <a:solidFill>
              <a:schemeClr val="tx1"/>
            </a:solidFill>
          </a:endParaRPr>
        </a:p>
      </dgm:t>
    </dgm:pt>
    <dgm:pt modelId="{0BF8DEC8-6280-4C46-9685-ECF0E59624C5}" type="parTrans" cxnId="{7D882EF7-7734-4A35-9137-9ADE2C7FACF4}">
      <dgm:prSet/>
      <dgm:spPr/>
      <dgm:t>
        <a:bodyPr/>
        <a:lstStyle/>
        <a:p>
          <a:endParaRPr lang="en-IN"/>
        </a:p>
      </dgm:t>
    </dgm:pt>
    <dgm:pt modelId="{5BB1ADE7-D0E7-46CA-A059-3EEEDFBD564C}" type="sibTrans" cxnId="{7D882EF7-7734-4A35-9137-9ADE2C7FACF4}">
      <dgm:prSet/>
      <dgm:spPr/>
      <dgm:t>
        <a:bodyPr/>
        <a:lstStyle/>
        <a:p>
          <a:endParaRPr lang="en-IN"/>
        </a:p>
      </dgm:t>
    </dgm:pt>
    <dgm:pt modelId="{5C8DFA41-03AD-4849-8E3B-2706CFB90FBD}">
      <dgm:prSet phldrT="[Text]" custT="1"/>
      <dgm:spPr/>
      <dgm:t>
        <a:bodyPr/>
        <a:lstStyle/>
        <a:p>
          <a:pPr algn="l"/>
          <a:r>
            <a:rPr lang="en-US" sz="2000" i="1" dirty="0"/>
            <a:t>Find the synonym using web scraping</a:t>
          </a:r>
          <a:endParaRPr lang="en-IN" sz="2000" i="1" dirty="0"/>
        </a:p>
      </dgm:t>
    </dgm:pt>
    <dgm:pt modelId="{410DB897-4C36-4365-A82C-13E10DDE8B1B}" type="parTrans" cxnId="{52E06EB2-1F3B-4408-A429-00D22D97877C}">
      <dgm:prSet/>
      <dgm:spPr/>
      <dgm:t>
        <a:bodyPr/>
        <a:lstStyle/>
        <a:p>
          <a:endParaRPr lang="en-IN"/>
        </a:p>
      </dgm:t>
    </dgm:pt>
    <dgm:pt modelId="{918F38C1-9683-413A-A76E-2E1227DA1029}" type="sibTrans" cxnId="{52E06EB2-1F3B-4408-A429-00D22D97877C}">
      <dgm:prSet/>
      <dgm:spPr/>
      <dgm:t>
        <a:bodyPr/>
        <a:lstStyle/>
        <a:p>
          <a:endParaRPr lang="en-IN"/>
        </a:p>
      </dgm:t>
    </dgm:pt>
    <dgm:pt modelId="{FA01F0BE-DB5E-4C4B-86DE-BB3199BC7C07}" type="pres">
      <dgm:prSet presAssocID="{4CEC2CB8-83FE-4443-89D9-35022E1D9B24}" presName="Name0" presStyleCnt="0">
        <dgm:presLayoutVars>
          <dgm:dir/>
          <dgm:animLvl val="lvl"/>
          <dgm:resizeHandles val="exact"/>
        </dgm:presLayoutVars>
      </dgm:prSet>
      <dgm:spPr/>
    </dgm:pt>
    <dgm:pt modelId="{BEBFA64D-7689-4148-AA48-47E22511C140}" type="pres">
      <dgm:prSet presAssocID="{47F3AEC5-108F-4968-9321-AA535191C523}" presName="compositeNode" presStyleCnt="0">
        <dgm:presLayoutVars>
          <dgm:bulletEnabled val="1"/>
        </dgm:presLayoutVars>
      </dgm:prSet>
      <dgm:spPr/>
    </dgm:pt>
    <dgm:pt modelId="{55049BD4-C54B-4467-B7AF-01CA68D6E0D6}" type="pres">
      <dgm:prSet presAssocID="{47F3AEC5-108F-4968-9321-AA535191C523}" presName="bgRect" presStyleLbl="node1" presStyleIdx="0" presStyleCnt="5" custScaleY="113654"/>
      <dgm:spPr/>
    </dgm:pt>
    <dgm:pt modelId="{A493CFDB-891A-4A3F-878C-477C4589AE6D}" type="pres">
      <dgm:prSet presAssocID="{47F3AEC5-108F-4968-9321-AA535191C523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0BA9E79A-F822-47E5-8079-8CAFA835E005}" type="pres">
      <dgm:prSet presAssocID="{47F3AEC5-108F-4968-9321-AA535191C523}" presName="childNode" presStyleLbl="node1" presStyleIdx="0" presStyleCnt="5">
        <dgm:presLayoutVars>
          <dgm:bulletEnabled val="1"/>
        </dgm:presLayoutVars>
      </dgm:prSet>
      <dgm:spPr/>
    </dgm:pt>
    <dgm:pt modelId="{FB7C2493-B70B-4328-A8E2-1052925CDF40}" type="pres">
      <dgm:prSet presAssocID="{276FA7AC-248B-4A84-9AC2-40A0205F4409}" presName="hSp" presStyleCnt="0"/>
      <dgm:spPr/>
    </dgm:pt>
    <dgm:pt modelId="{A103353B-4728-48E2-9B7C-F04A9CE4EB0A}" type="pres">
      <dgm:prSet presAssocID="{276FA7AC-248B-4A84-9AC2-40A0205F4409}" presName="vProcSp" presStyleCnt="0"/>
      <dgm:spPr/>
    </dgm:pt>
    <dgm:pt modelId="{9F6515B6-2F59-4219-81DA-0C150C29BC23}" type="pres">
      <dgm:prSet presAssocID="{276FA7AC-248B-4A84-9AC2-40A0205F4409}" presName="vSp1" presStyleCnt="0"/>
      <dgm:spPr/>
    </dgm:pt>
    <dgm:pt modelId="{96608D3D-460C-4EA3-B4F5-2B8BD428659D}" type="pres">
      <dgm:prSet presAssocID="{276FA7AC-248B-4A84-9AC2-40A0205F4409}" presName="simulatedConn" presStyleLbl="solidFgAcc1" presStyleIdx="0" presStyleCnt="4"/>
      <dgm:spPr/>
    </dgm:pt>
    <dgm:pt modelId="{E56E4485-E69A-4AF5-A837-B60146CFAF80}" type="pres">
      <dgm:prSet presAssocID="{276FA7AC-248B-4A84-9AC2-40A0205F4409}" presName="vSp2" presStyleCnt="0"/>
      <dgm:spPr/>
    </dgm:pt>
    <dgm:pt modelId="{F538B3D8-68E2-4FAA-A1E7-0B7934752BA4}" type="pres">
      <dgm:prSet presAssocID="{276FA7AC-248B-4A84-9AC2-40A0205F4409}" presName="sibTrans" presStyleCnt="0"/>
      <dgm:spPr/>
    </dgm:pt>
    <dgm:pt modelId="{75C3A0F3-43F5-41E6-8041-FB039D3E5616}" type="pres">
      <dgm:prSet presAssocID="{45AA6334-0877-4620-8B6C-603D9954EB32}" presName="compositeNode" presStyleCnt="0">
        <dgm:presLayoutVars>
          <dgm:bulletEnabled val="1"/>
        </dgm:presLayoutVars>
      </dgm:prSet>
      <dgm:spPr/>
    </dgm:pt>
    <dgm:pt modelId="{163A1616-8EDB-4BE2-9595-584D2536E1D0}" type="pres">
      <dgm:prSet presAssocID="{45AA6334-0877-4620-8B6C-603D9954EB32}" presName="bgRect" presStyleLbl="node1" presStyleIdx="1" presStyleCnt="5" custScaleY="113654"/>
      <dgm:spPr/>
    </dgm:pt>
    <dgm:pt modelId="{17EC25AC-BACC-4E1B-AE09-4669C7144096}" type="pres">
      <dgm:prSet presAssocID="{45AA6334-0877-4620-8B6C-603D9954EB32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B6A40E43-BEA1-4429-BB83-10D081CE9403}" type="pres">
      <dgm:prSet presAssocID="{45AA6334-0877-4620-8B6C-603D9954EB32}" presName="childNode" presStyleLbl="node1" presStyleIdx="1" presStyleCnt="5">
        <dgm:presLayoutVars>
          <dgm:bulletEnabled val="1"/>
        </dgm:presLayoutVars>
      </dgm:prSet>
      <dgm:spPr/>
    </dgm:pt>
    <dgm:pt modelId="{E34A7A75-39ED-42B6-92F3-0B17FB7BB9E7}" type="pres">
      <dgm:prSet presAssocID="{CCA8DEBB-95DB-40F5-AA38-7FF96E408999}" presName="hSp" presStyleCnt="0"/>
      <dgm:spPr/>
    </dgm:pt>
    <dgm:pt modelId="{EBBA9AD5-0319-4AC9-A3B1-8A0089C53ABE}" type="pres">
      <dgm:prSet presAssocID="{CCA8DEBB-95DB-40F5-AA38-7FF96E408999}" presName="vProcSp" presStyleCnt="0"/>
      <dgm:spPr/>
    </dgm:pt>
    <dgm:pt modelId="{E8C7B302-2204-49EE-B34D-F6A561DF4904}" type="pres">
      <dgm:prSet presAssocID="{CCA8DEBB-95DB-40F5-AA38-7FF96E408999}" presName="vSp1" presStyleCnt="0"/>
      <dgm:spPr/>
    </dgm:pt>
    <dgm:pt modelId="{10C7A2F9-5B85-4DAA-BE7F-20113DDB5AA5}" type="pres">
      <dgm:prSet presAssocID="{CCA8DEBB-95DB-40F5-AA38-7FF96E408999}" presName="simulatedConn" presStyleLbl="solidFgAcc1" presStyleIdx="1" presStyleCnt="4"/>
      <dgm:spPr/>
    </dgm:pt>
    <dgm:pt modelId="{0CFE9C35-7AA8-4CA1-B28C-63ACB6ABA108}" type="pres">
      <dgm:prSet presAssocID="{CCA8DEBB-95DB-40F5-AA38-7FF96E408999}" presName="vSp2" presStyleCnt="0"/>
      <dgm:spPr/>
    </dgm:pt>
    <dgm:pt modelId="{05B3FC90-1BE3-4B7D-817D-55EE0124CAD8}" type="pres">
      <dgm:prSet presAssocID="{CCA8DEBB-95DB-40F5-AA38-7FF96E408999}" presName="sibTrans" presStyleCnt="0"/>
      <dgm:spPr/>
    </dgm:pt>
    <dgm:pt modelId="{4346B5A2-8950-4E16-BD85-034909725887}" type="pres">
      <dgm:prSet presAssocID="{567D38EE-99F2-40DF-9265-6AC79550DEDA}" presName="compositeNode" presStyleCnt="0">
        <dgm:presLayoutVars>
          <dgm:bulletEnabled val="1"/>
        </dgm:presLayoutVars>
      </dgm:prSet>
      <dgm:spPr/>
    </dgm:pt>
    <dgm:pt modelId="{FB2529FC-1E9E-402E-A016-456D73FBC26D}" type="pres">
      <dgm:prSet presAssocID="{567D38EE-99F2-40DF-9265-6AC79550DEDA}" presName="bgRect" presStyleLbl="node1" presStyleIdx="2" presStyleCnt="5" custScaleY="114752"/>
      <dgm:spPr/>
    </dgm:pt>
    <dgm:pt modelId="{F0044346-C23B-4D5F-A883-C78CDA906F21}" type="pres">
      <dgm:prSet presAssocID="{567D38EE-99F2-40DF-9265-6AC79550DEDA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AD66B5DD-6CF3-439A-9A10-AE182E42FF20}" type="pres">
      <dgm:prSet presAssocID="{567D38EE-99F2-40DF-9265-6AC79550DEDA}" presName="childNode" presStyleLbl="node1" presStyleIdx="2" presStyleCnt="5">
        <dgm:presLayoutVars>
          <dgm:bulletEnabled val="1"/>
        </dgm:presLayoutVars>
      </dgm:prSet>
      <dgm:spPr/>
    </dgm:pt>
    <dgm:pt modelId="{A70FFEA4-815F-4665-9CE7-56F9867AB6AD}" type="pres">
      <dgm:prSet presAssocID="{5BB1ADE7-D0E7-46CA-A059-3EEEDFBD564C}" presName="hSp" presStyleCnt="0"/>
      <dgm:spPr/>
    </dgm:pt>
    <dgm:pt modelId="{3377C2C2-25E3-4265-80EC-062D72C83296}" type="pres">
      <dgm:prSet presAssocID="{5BB1ADE7-D0E7-46CA-A059-3EEEDFBD564C}" presName="vProcSp" presStyleCnt="0"/>
      <dgm:spPr/>
    </dgm:pt>
    <dgm:pt modelId="{E16859F1-FDEE-44DB-A676-2D4A91BCAB8A}" type="pres">
      <dgm:prSet presAssocID="{5BB1ADE7-D0E7-46CA-A059-3EEEDFBD564C}" presName="vSp1" presStyleCnt="0"/>
      <dgm:spPr/>
    </dgm:pt>
    <dgm:pt modelId="{E48E41AD-FCBA-4AF7-9695-B08DEA2D62A4}" type="pres">
      <dgm:prSet presAssocID="{5BB1ADE7-D0E7-46CA-A059-3EEEDFBD564C}" presName="simulatedConn" presStyleLbl="solidFgAcc1" presStyleIdx="2" presStyleCnt="4"/>
      <dgm:spPr/>
    </dgm:pt>
    <dgm:pt modelId="{74EF3F09-886F-42C4-BFAD-96A48281D158}" type="pres">
      <dgm:prSet presAssocID="{5BB1ADE7-D0E7-46CA-A059-3EEEDFBD564C}" presName="vSp2" presStyleCnt="0"/>
      <dgm:spPr/>
    </dgm:pt>
    <dgm:pt modelId="{64B72572-63B1-476A-AA61-067D4A5171AB}" type="pres">
      <dgm:prSet presAssocID="{5BB1ADE7-D0E7-46CA-A059-3EEEDFBD564C}" presName="sibTrans" presStyleCnt="0"/>
      <dgm:spPr/>
    </dgm:pt>
    <dgm:pt modelId="{5B2A59C6-C06E-4F3F-9840-FAC691639CF5}" type="pres">
      <dgm:prSet presAssocID="{F2AAEE62-CAB8-4DE6-BBB4-6FC2005181D9}" presName="compositeNode" presStyleCnt="0">
        <dgm:presLayoutVars>
          <dgm:bulletEnabled val="1"/>
        </dgm:presLayoutVars>
      </dgm:prSet>
      <dgm:spPr/>
    </dgm:pt>
    <dgm:pt modelId="{92BC5990-EF2C-4283-B685-551E8A7F3F6C}" type="pres">
      <dgm:prSet presAssocID="{F2AAEE62-CAB8-4DE6-BBB4-6FC2005181D9}" presName="bgRect" presStyleLbl="node1" presStyleIdx="3" presStyleCnt="5" custScaleY="113654"/>
      <dgm:spPr/>
    </dgm:pt>
    <dgm:pt modelId="{4645F5B6-14B8-48E0-B2E1-93CBE1771177}" type="pres">
      <dgm:prSet presAssocID="{F2AAEE62-CAB8-4DE6-BBB4-6FC2005181D9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058AA784-1C29-4836-9CA2-CFACBA037557}" type="pres">
      <dgm:prSet presAssocID="{F2AAEE62-CAB8-4DE6-BBB4-6FC2005181D9}" presName="childNode" presStyleLbl="node1" presStyleIdx="3" presStyleCnt="5">
        <dgm:presLayoutVars>
          <dgm:bulletEnabled val="1"/>
        </dgm:presLayoutVars>
      </dgm:prSet>
      <dgm:spPr/>
    </dgm:pt>
    <dgm:pt modelId="{B615615B-90E4-41A1-92BB-81BF55154BB3}" type="pres">
      <dgm:prSet presAssocID="{09B3400F-DECD-40A5-A32C-DCA66B1DAC0A}" presName="hSp" presStyleCnt="0"/>
      <dgm:spPr/>
    </dgm:pt>
    <dgm:pt modelId="{EB00BE62-66C3-47E6-9702-76EA33047C4D}" type="pres">
      <dgm:prSet presAssocID="{09B3400F-DECD-40A5-A32C-DCA66B1DAC0A}" presName="vProcSp" presStyleCnt="0"/>
      <dgm:spPr/>
    </dgm:pt>
    <dgm:pt modelId="{66701527-7CA6-45C1-9A02-1BD1DD5FCDB7}" type="pres">
      <dgm:prSet presAssocID="{09B3400F-DECD-40A5-A32C-DCA66B1DAC0A}" presName="vSp1" presStyleCnt="0"/>
      <dgm:spPr/>
    </dgm:pt>
    <dgm:pt modelId="{5844A817-4B45-4C24-AD4D-BCDD9C011B65}" type="pres">
      <dgm:prSet presAssocID="{09B3400F-DECD-40A5-A32C-DCA66B1DAC0A}" presName="simulatedConn" presStyleLbl="solidFgAcc1" presStyleIdx="3" presStyleCnt="4"/>
      <dgm:spPr/>
    </dgm:pt>
    <dgm:pt modelId="{DDD6ECE7-A48A-41D5-8CB8-9621D1AF9894}" type="pres">
      <dgm:prSet presAssocID="{09B3400F-DECD-40A5-A32C-DCA66B1DAC0A}" presName="vSp2" presStyleCnt="0"/>
      <dgm:spPr/>
    </dgm:pt>
    <dgm:pt modelId="{413BA6CF-C40A-4A20-95EE-47119D7C9837}" type="pres">
      <dgm:prSet presAssocID="{09B3400F-DECD-40A5-A32C-DCA66B1DAC0A}" presName="sibTrans" presStyleCnt="0"/>
      <dgm:spPr/>
    </dgm:pt>
    <dgm:pt modelId="{0628E5FA-5149-40C0-92C5-31AC416E01C6}" type="pres">
      <dgm:prSet presAssocID="{5556B19A-61AF-48FB-BF15-EB4977D41FEA}" presName="compositeNode" presStyleCnt="0">
        <dgm:presLayoutVars>
          <dgm:bulletEnabled val="1"/>
        </dgm:presLayoutVars>
      </dgm:prSet>
      <dgm:spPr/>
    </dgm:pt>
    <dgm:pt modelId="{AA02DC67-AF56-4672-9231-F8B754E90F36}" type="pres">
      <dgm:prSet presAssocID="{5556B19A-61AF-48FB-BF15-EB4977D41FEA}" presName="bgRect" presStyleLbl="node1" presStyleIdx="4" presStyleCnt="5" custScaleY="114752"/>
      <dgm:spPr/>
    </dgm:pt>
    <dgm:pt modelId="{B236312D-3702-4B5A-9596-537B848B49E3}" type="pres">
      <dgm:prSet presAssocID="{5556B19A-61AF-48FB-BF15-EB4977D41FEA}" presName="parentNode" presStyleLbl="node1" presStyleIdx="4" presStyleCnt="5">
        <dgm:presLayoutVars>
          <dgm:chMax val="0"/>
          <dgm:bulletEnabled val="1"/>
        </dgm:presLayoutVars>
      </dgm:prSet>
      <dgm:spPr/>
    </dgm:pt>
    <dgm:pt modelId="{C101B601-EE97-40CA-92FD-7F2B79991C18}" type="pres">
      <dgm:prSet presAssocID="{5556B19A-61AF-48FB-BF15-EB4977D41FEA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BFB48106-BBFC-43D9-9E93-1F2E12C02AFF}" srcId="{4CEC2CB8-83FE-4443-89D9-35022E1D9B24}" destId="{5556B19A-61AF-48FB-BF15-EB4977D41FEA}" srcOrd="4" destOrd="0" parTransId="{EBB27446-3C0C-441A-A872-9D433393D9DC}" sibTransId="{72F746EC-ACAE-4041-86FB-0BB8EF1A5408}"/>
    <dgm:cxn modelId="{0F7E672C-F94D-4A39-98C2-24BA92132F68}" type="presOf" srcId="{F2AAEE62-CAB8-4DE6-BBB4-6FC2005181D9}" destId="{92BC5990-EF2C-4283-B685-551E8A7F3F6C}" srcOrd="0" destOrd="0" presId="urn:microsoft.com/office/officeart/2005/8/layout/hProcess7"/>
    <dgm:cxn modelId="{450F332D-C6CB-4F42-B30E-F8A9BE8D1C9F}" type="presOf" srcId="{4712E9D1-61E5-486C-9AA6-9A09825B02F8}" destId="{B6A40E43-BEA1-4429-BB83-10D081CE9403}" srcOrd="0" destOrd="0" presId="urn:microsoft.com/office/officeart/2005/8/layout/hProcess7"/>
    <dgm:cxn modelId="{29653538-6522-439D-BCCC-15E6E3FB3E0C}" type="presOf" srcId="{47F3AEC5-108F-4968-9321-AA535191C523}" destId="{A493CFDB-891A-4A3F-878C-477C4589AE6D}" srcOrd="1" destOrd="0" presId="urn:microsoft.com/office/officeart/2005/8/layout/hProcess7"/>
    <dgm:cxn modelId="{75925B3F-A45F-42B3-969E-09BF2694FEE4}" type="presOf" srcId="{A240D7C0-9D9D-4C43-A141-F6C40863FAF0}" destId="{058AA784-1C29-4836-9CA2-CFACBA037557}" srcOrd="0" destOrd="0" presId="urn:microsoft.com/office/officeart/2005/8/layout/hProcess7"/>
    <dgm:cxn modelId="{D4982C5E-FCAA-4E83-A7A8-2E38DE36C0FB}" type="presOf" srcId="{5556B19A-61AF-48FB-BF15-EB4977D41FEA}" destId="{AA02DC67-AF56-4672-9231-F8B754E90F36}" srcOrd="0" destOrd="0" presId="urn:microsoft.com/office/officeart/2005/8/layout/hProcess7"/>
    <dgm:cxn modelId="{5868576C-AF35-4069-933D-FF2EB165D02D}" type="presOf" srcId="{567D38EE-99F2-40DF-9265-6AC79550DEDA}" destId="{FB2529FC-1E9E-402E-A016-456D73FBC26D}" srcOrd="0" destOrd="0" presId="urn:microsoft.com/office/officeart/2005/8/layout/hProcess7"/>
    <dgm:cxn modelId="{A5100E75-DD67-47E3-8D27-01A3A8075870}" type="presOf" srcId="{48DA32B2-F813-4718-A212-D5A5C7DF019F}" destId="{0BA9E79A-F822-47E5-8079-8CAFA835E005}" srcOrd="0" destOrd="0" presId="urn:microsoft.com/office/officeart/2005/8/layout/hProcess7"/>
    <dgm:cxn modelId="{45018389-AF50-419A-A721-4F90BB99E268}" type="presOf" srcId="{45AA6334-0877-4620-8B6C-603D9954EB32}" destId="{163A1616-8EDB-4BE2-9595-584D2536E1D0}" srcOrd="0" destOrd="0" presId="urn:microsoft.com/office/officeart/2005/8/layout/hProcess7"/>
    <dgm:cxn modelId="{8584E193-9AD6-4328-A3B5-895E265A50CB}" srcId="{4CEC2CB8-83FE-4443-89D9-35022E1D9B24}" destId="{47F3AEC5-108F-4968-9321-AA535191C523}" srcOrd="0" destOrd="0" parTransId="{BEED63C6-1457-40FF-AD79-E400070BE699}" sibTransId="{276FA7AC-248B-4A84-9AC2-40A0205F4409}"/>
    <dgm:cxn modelId="{94FF4A94-823C-4911-9DFE-CC2EBD4B89F3}" srcId="{4CEC2CB8-83FE-4443-89D9-35022E1D9B24}" destId="{F2AAEE62-CAB8-4DE6-BBB4-6FC2005181D9}" srcOrd="3" destOrd="0" parTransId="{86F0D081-7DC2-486A-AA15-5C181E213239}" sibTransId="{09B3400F-DECD-40A5-A32C-DCA66B1DAC0A}"/>
    <dgm:cxn modelId="{E5CC2595-0E80-4365-859C-C8CD87C8EB5B}" type="presOf" srcId="{5556B19A-61AF-48FB-BF15-EB4977D41FEA}" destId="{B236312D-3702-4B5A-9596-537B848B49E3}" srcOrd="1" destOrd="0" presId="urn:microsoft.com/office/officeart/2005/8/layout/hProcess7"/>
    <dgm:cxn modelId="{AB010296-C5C9-41E0-9CEA-260B55B7DBC3}" type="presOf" srcId="{5C8DFA41-03AD-4849-8E3B-2706CFB90FBD}" destId="{AD66B5DD-6CF3-439A-9A10-AE182E42FF20}" srcOrd="0" destOrd="0" presId="urn:microsoft.com/office/officeart/2005/8/layout/hProcess7"/>
    <dgm:cxn modelId="{4BFA259E-0CD7-4689-93F2-6E7D14671F8D}" srcId="{5556B19A-61AF-48FB-BF15-EB4977D41FEA}" destId="{9EF71FDD-9982-4C3B-B742-3A04EBE8A9DF}" srcOrd="0" destOrd="0" parTransId="{6E09C743-75A1-4F8D-B1D2-DA0CD01CD138}" sibTransId="{6D3C0178-97DB-4D07-AFF4-39826C26D42B}"/>
    <dgm:cxn modelId="{70938CAC-9F47-46E7-8F12-78682EAC134D}" type="presOf" srcId="{F2AAEE62-CAB8-4DE6-BBB4-6FC2005181D9}" destId="{4645F5B6-14B8-48E0-B2E1-93CBE1771177}" srcOrd="1" destOrd="0" presId="urn:microsoft.com/office/officeart/2005/8/layout/hProcess7"/>
    <dgm:cxn modelId="{E56B3BAF-32C6-43E8-9DD3-805C8FDFB783}" type="presOf" srcId="{9EF71FDD-9982-4C3B-B742-3A04EBE8A9DF}" destId="{C101B601-EE97-40CA-92FD-7F2B79991C18}" srcOrd="0" destOrd="0" presId="urn:microsoft.com/office/officeart/2005/8/layout/hProcess7"/>
    <dgm:cxn modelId="{921F3FAF-35B9-44E9-A808-F597DFA3E934}" type="presOf" srcId="{45AA6334-0877-4620-8B6C-603D9954EB32}" destId="{17EC25AC-BACC-4E1B-AE09-4669C7144096}" srcOrd="1" destOrd="0" presId="urn:microsoft.com/office/officeart/2005/8/layout/hProcess7"/>
    <dgm:cxn modelId="{B5C521B0-85E2-496B-9E4E-B94BBB80C2F7}" srcId="{4CEC2CB8-83FE-4443-89D9-35022E1D9B24}" destId="{45AA6334-0877-4620-8B6C-603D9954EB32}" srcOrd="1" destOrd="0" parTransId="{5B9EF457-6075-4054-B50A-FDD43C3637F1}" sibTransId="{CCA8DEBB-95DB-40F5-AA38-7FF96E408999}"/>
    <dgm:cxn modelId="{52E06EB2-1F3B-4408-A429-00D22D97877C}" srcId="{567D38EE-99F2-40DF-9265-6AC79550DEDA}" destId="{5C8DFA41-03AD-4849-8E3B-2706CFB90FBD}" srcOrd="0" destOrd="0" parTransId="{410DB897-4C36-4365-A82C-13E10DDE8B1B}" sibTransId="{918F38C1-9683-413A-A76E-2E1227DA1029}"/>
    <dgm:cxn modelId="{7833CEBA-A967-458D-BF4E-076A2CED85E1}" srcId="{F2AAEE62-CAB8-4DE6-BBB4-6FC2005181D9}" destId="{A240D7C0-9D9D-4C43-A141-F6C40863FAF0}" srcOrd="0" destOrd="0" parTransId="{FE103F1A-B35C-4A0D-BBE3-B897171B5597}" sibTransId="{4FDA62D6-1AD4-4F2E-B8C8-B1ECDF1632A5}"/>
    <dgm:cxn modelId="{AEE490BC-0493-4DC5-B98C-DE958A67ECB8}" type="presOf" srcId="{47F3AEC5-108F-4968-9321-AA535191C523}" destId="{55049BD4-C54B-4467-B7AF-01CA68D6E0D6}" srcOrd="0" destOrd="0" presId="urn:microsoft.com/office/officeart/2005/8/layout/hProcess7"/>
    <dgm:cxn modelId="{EAE9ABC5-6B75-4B50-83C4-ADDEB8165CB8}" srcId="{47F3AEC5-108F-4968-9321-AA535191C523}" destId="{48DA32B2-F813-4718-A212-D5A5C7DF019F}" srcOrd="0" destOrd="0" parTransId="{E735162D-3799-4485-8CE0-D23874FD4805}" sibTransId="{B5B0207F-3BB0-4412-A86A-604D12DBBBC0}"/>
    <dgm:cxn modelId="{3EBED3D5-3525-4E2A-916A-7FA0FB12EB9E}" srcId="{45AA6334-0877-4620-8B6C-603D9954EB32}" destId="{4712E9D1-61E5-486C-9AA6-9A09825B02F8}" srcOrd="0" destOrd="0" parTransId="{67041BFA-0EF8-48FA-9B2B-590D65C4D697}" sibTransId="{68F806A8-F247-4E41-8E17-2B10DD56DFEC}"/>
    <dgm:cxn modelId="{46741BDF-B956-47D6-971E-4837178C6F59}" type="presOf" srcId="{567D38EE-99F2-40DF-9265-6AC79550DEDA}" destId="{F0044346-C23B-4D5F-A883-C78CDA906F21}" srcOrd="1" destOrd="0" presId="urn:microsoft.com/office/officeart/2005/8/layout/hProcess7"/>
    <dgm:cxn modelId="{D993B5F5-A8BC-4A64-BB74-1197E5273EE1}" type="presOf" srcId="{4CEC2CB8-83FE-4443-89D9-35022E1D9B24}" destId="{FA01F0BE-DB5E-4C4B-86DE-BB3199BC7C07}" srcOrd="0" destOrd="0" presId="urn:microsoft.com/office/officeart/2005/8/layout/hProcess7"/>
    <dgm:cxn modelId="{7D882EF7-7734-4A35-9137-9ADE2C7FACF4}" srcId="{4CEC2CB8-83FE-4443-89D9-35022E1D9B24}" destId="{567D38EE-99F2-40DF-9265-6AC79550DEDA}" srcOrd="2" destOrd="0" parTransId="{0BF8DEC8-6280-4C46-9685-ECF0E59624C5}" sibTransId="{5BB1ADE7-D0E7-46CA-A059-3EEEDFBD564C}"/>
    <dgm:cxn modelId="{6AF43396-FD9A-4E84-B256-85154344FEC3}" type="presParOf" srcId="{FA01F0BE-DB5E-4C4B-86DE-BB3199BC7C07}" destId="{BEBFA64D-7689-4148-AA48-47E22511C140}" srcOrd="0" destOrd="0" presId="urn:microsoft.com/office/officeart/2005/8/layout/hProcess7"/>
    <dgm:cxn modelId="{E70C33DD-29AA-4819-8C74-824952576291}" type="presParOf" srcId="{BEBFA64D-7689-4148-AA48-47E22511C140}" destId="{55049BD4-C54B-4467-B7AF-01CA68D6E0D6}" srcOrd="0" destOrd="0" presId="urn:microsoft.com/office/officeart/2005/8/layout/hProcess7"/>
    <dgm:cxn modelId="{BDE441DA-CBD2-4B92-8B73-E45049D97481}" type="presParOf" srcId="{BEBFA64D-7689-4148-AA48-47E22511C140}" destId="{A493CFDB-891A-4A3F-878C-477C4589AE6D}" srcOrd="1" destOrd="0" presId="urn:microsoft.com/office/officeart/2005/8/layout/hProcess7"/>
    <dgm:cxn modelId="{76D0CB74-97B9-41A5-92EE-4D34D3FD2D8C}" type="presParOf" srcId="{BEBFA64D-7689-4148-AA48-47E22511C140}" destId="{0BA9E79A-F822-47E5-8079-8CAFA835E005}" srcOrd="2" destOrd="0" presId="urn:microsoft.com/office/officeart/2005/8/layout/hProcess7"/>
    <dgm:cxn modelId="{C8EFEC7C-A533-4531-8FBB-C066A04862BD}" type="presParOf" srcId="{FA01F0BE-DB5E-4C4B-86DE-BB3199BC7C07}" destId="{FB7C2493-B70B-4328-A8E2-1052925CDF40}" srcOrd="1" destOrd="0" presId="urn:microsoft.com/office/officeart/2005/8/layout/hProcess7"/>
    <dgm:cxn modelId="{B9D921F1-0064-434F-B5D8-951EAB2AE049}" type="presParOf" srcId="{FA01F0BE-DB5E-4C4B-86DE-BB3199BC7C07}" destId="{A103353B-4728-48E2-9B7C-F04A9CE4EB0A}" srcOrd="2" destOrd="0" presId="urn:microsoft.com/office/officeart/2005/8/layout/hProcess7"/>
    <dgm:cxn modelId="{66B254F7-6D73-4BFD-86D9-14A525B96D95}" type="presParOf" srcId="{A103353B-4728-48E2-9B7C-F04A9CE4EB0A}" destId="{9F6515B6-2F59-4219-81DA-0C150C29BC23}" srcOrd="0" destOrd="0" presId="urn:microsoft.com/office/officeart/2005/8/layout/hProcess7"/>
    <dgm:cxn modelId="{6227E39D-87BE-473B-84A6-3744A2C1713E}" type="presParOf" srcId="{A103353B-4728-48E2-9B7C-F04A9CE4EB0A}" destId="{96608D3D-460C-4EA3-B4F5-2B8BD428659D}" srcOrd="1" destOrd="0" presId="urn:microsoft.com/office/officeart/2005/8/layout/hProcess7"/>
    <dgm:cxn modelId="{9FD13BD3-1090-43EB-8AFA-60184FDD3C5B}" type="presParOf" srcId="{A103353B-4728-48E2-9B7C-F04A9CE4EB0A}" destId="{E56E4485-E69A-4AF5-A837-B60146CFAF80}" srcOrd="2" destOrd="0" presId="urn:microsoft.com/office/officeart/2005/8/layout/hProcess7"/>
    <dgm:cxn modelId="{33CF3684-1978-410D-B1A0-6B16FC15C081}" type="presParOf" srcId="{FA01F0BE-DB5E-4C4B-86DE-BB3199BC7C07}" destId="{F538B3D8-68E2-4FAA-A1E7-0B7934752BA4}" srcOrd="3" destOrd="0" presId="urn:microsoft.com/office/officeart/2005/8/layout/hProcess7"/>
    <dgm:cxn modelId="{51612EF3-3588-473B-9988-27A651BF4736}" type="presParOf" srcId="{FA01F0BE-DB5E-4C4B-86DE-BB3199BC7C07}" destId="{75C3A0F3-43F5-41E6-8041-FB039D3E5616}" srcOrd="4" destOrd="0" presId="urn:microsoft.com/office/officeart/2005/8/layout/hProcess7"/>
    <dgm:cxn modelId="{67A64B3B-2D7E-4CFF-BC2E-9BA1D8BAEAE7}" type="presParOf" srcId="{75C3A0F3-43F5-41E6-8041-FB039D3E5616}" destId="{163A1616-8EDB-4BE2-9595-584D2536E1D0}" srcOrd="0" destOrd="0" presId="urn:microsoft.com/office/officeart/2005/8/layout/hProcess7"/>
    <dgm:cxn modelId="{30891195-39AD-4AD7-B0BF-782E98F065B1}" type="presParOf" srcId="{75C3A0F3-43F5-41E6-8041-FB039D3E5616}" destId="{17EC25AC-BACC-4E1B-AE09-4669C7144096}" srcOrd="1" destOrd="0" presId="urn:microsoft.com/office/officeart/2005/8/layout/hProcess7"/>
    <dgm:cxn modelId="{D707F992-70F8-4497-8478-177FE4E5ABA7}" type="presParOf" srcId="{75C3A0F3-43F5-41E6-8041-FB039D3E5616}" destId="{B6A40E43-BEA1-4429-BB83-10D081CE9403}" srcOrd="2" destOrd="0" presId="urn:microsoft.com/office/officeart/2005/8/layout/hProcess7"/>
    <dgm:cxn modelId="{6874371A-5476-4F8E-8BFC-6975914C4027}" type="presParOf" srcId="{FA01F0BE-DB5E-4C4B-86DE-BB3199BC7C07}" destId="{E34A7A75-39ED-42B6-92F3-0B17FB7BB9E7}" srcOrd="5" destOrd="0" presId="urn:microsoft.com/office/officeart/2005/8/layout/hProcess7"/>
    <dgm:cxn modelId="{4B2A2C32-F1A6-43FF-B088-E58E414354B0}" type="presParOf" srcId="{FA01F0BE-DB5E-4C4B-86DE-BB3199BC7C07}" destId="{EBBA9AD5-0319-4AC9-A3B1-8A0089C53ABE}" srcOrd="6" destOrd="0" presId="urn:microsoft.com/office/officeart/2005/8/layout/hProcess7"/>
    <dgm:cxn modelId="{DC68AAA8-7749-4D16-9739-7E2D4DA893D7}" type="presParOf" srcId="{EBBA9AD5-0319-4AC9-A3B1-8A0089C53ABE}" destId="{E8C7B302-2204-49EE-B34D-F6A561DF4904}" srcOrd="0" destOrd="0" presId="urn:microsoft.com/office/officeart/2005/8/layout/hProcess7"/>
    <dgm:cxn modelId="{447D6C11-C2EB-481C-B012-F4A341877132}" type="presParOf" srcId="{EBBA9AD5-0319-4AC9-A3B1-8A0089C53ABE}" destId="{10C7A2F9-5B85-4DAA-BE7F-20113DDB5AA5}" srcOrd="1" destOrd="0" presId="urn:microsoft.com/office/officeart/2005/8/layout/hProcess7"/>
    <dgm:cxn modelId="{27FBDF36-583F-48BD-82E8-5DECF96A3E1D}" type="presParOf" srcId="{EBBA9AD5-0319-4AC9-A3B1-8A0089C53ABE}" destId="{0CFE9C35-7AA8-4CA1-B28C-63ACB6ABA108}" srcOrd="2" destOrd="0" presId="urn:microsoft.com/office/officeart/2005/8/layout/hProcess7"/>
    <dgm:cxn modelId="{005C14EC-8616-42DD-B2F2-6054997754AF}" type="presParOf" srcId="{FA01F0BE-DB5E-4C4B-86DE-BB3199BC7C07}" destId="{05B3FC90-1BE3-4B7D-817D-55EE0124CAD8}" srcOrd="7" destOrd="0" presId="urn:microsoft.com/office/officeart/2005/8/layout/hProcess7"/>
    <dgm:cxn modelId="{6520BDBC-61B2-446D-A29E-74E799D36787}" type="presParOf" srcId="{FA01F0BE-DB5E-4C4B-86DE-BB3199BC7C07}" destId="{4346B5A2-8950-4E16-BD85-034909725887}" srcOrd="8" destOrd="0" presId="urn:microsoft.com/office/officeart/2005/8/layout/hProcess7"/>
    <dgm:cxn modelId="{D5D7DA21-1992-4A9B-BAEC-8C1E3BC63455}" type="presParOf" srcId="{4346B5A2-8950-4E16-BD85-034909725887}" destId="{FB2529FC-1E9E-402E-A016-456D73FBC26D}" srcOrd="0" destOrd="0" presId="urn:microsoft.com/office/officeart/2005/8/layout/hProcess7"/>
    <dgm:cxn modelId="{3F62A92C-02C2-428A-BB1E-26A158D29B29}" type="presParOf" srcId="{4346B5A2-8950-4E16-BD85-034909725887}" destId="{F0044346-C23B-4D5F-A883-C78CDA906F21}" srcOrd="1" destOrd="0" presId="urn:microsoft.com/office/officeart/2005/8/layout/hProcess7"/>
    <dgm:cxn modelId="{1056115C-E65B-4920-AF79-A06B793959B4}" type="presParOf" srcId="{4346B5A2-8950-4E16-BD85-034909725887}" destId="{AD66B5DD-6CF3-439A-9A10-AE182E42FF20}" srcOrd="2" destOrd="0" presId="urn:microsoft.com/office/officeart/2005/8/layout/hProcess7"/>
    <dgm:cxn modelId="{21E8FED8-E12A-4CC8-9416-4F043E7F04B4}" type="presParOf" srcId="{FA01F0BE-DB5E-4C4B-86DE-BB3199BC7C07}" destId="{A70FFEA4-815F-4665-9CE7-56F9867AB6AD}" srcOrd="9" destOrd="0" presId="urn:microsoft.com/office/officeart/2005/8/layout/hProcess7"/>
    <dgm:cxn modelId="{D97CF639-91AC-4226-A5B4-F8347133B034}" type="presParOf" srcId="{FA01F0BE-DB5E-4C4B-86DE-BB3199BC7C07}" destId="{3377C2C2-25E3-4265-80EC-062D72C83296}" srcOrd="10" destOrd="0" presId="urn:microsoft.com/office/officeart/2005/8/layout/hProcess7"/>
    <dgm:cxn modelId="{ED92EA63-DFF6-4C16-B9ED-7BF3AD01AC81}" type="presParOf" srcId="{3377C2C2-25E3-4265-80EC-062D72C83296}" destId="{E16859F1-FDEE-44DB-A676-2D4A91BCAB8A}" srcOrd="0" destOrd="0" presId="urn:microsoft.com/office/officeart/2005/8/layout/hProcess7"/>
    <dgm:cxn modelId="{05D08A2B-7800-4391-A3DA-E606A89EF40F}" type="presParOf" srcId="{3377C2C2-25E3-4265-80EC-062D72C83296}" destId="{E48E41AD-FCBA-4AF7-9695-B08DEA2D62A4}" srcOrd="1" destOrd="0" presId="urn:microsoft.com/office/officeart/2005/8/layout/hProcess7"/>
    <dgm:cxn modelId="{CFBDD21F-BB98-4C6F-909F-92857F834560}" type="presParOf" srcId="{3377C2C2-25E3-4265-80EC-062D72C83296}" destId="{74EF3F09-886F-42C4-BFAD-96A48281D158}" srcOrd="2" destOrd="0" presId="urn:microsoft.com/office/officeart/2005/8/layout/hProcess7"/>
    <dgm:cxn modelId="{9F01D58C-5236-46D9-A325-D02FD3F3ECB1}" type="presParOf" srcId="{FA01F0BE-DB5E-4C4B-86DE-BB3199BC7C07}" destId="{64B72572-63B1-476A-AA61-067D4A5171AB}" srcOrd="11" destOrd="0" presId="urn:microsoft.com/office/officeart/2005/8/layout/hProcess7"/>
    <dgm:cxn modelId="{32E911D1-278E-4808-8D57-DB455816D2A2}" type="presParOf" srcId="{FA01F0BE-DB5E-4C4B-86DE-BB3199BC7C07}" destId="{5B2A59C6-C06E-4F3F-9840-FAC691639CF5}" srcOrd="12" destOrd="0" presId="urn:microsoft.com/office/officeart/2005/8/layout/hProcess7"/>
    <dgm:cxn modelId="{DC6F48AB-77E0-4A0E-94F9-CEC139C5C194}" type="presParOf" srcId="{5B2A59C6-C06E-4F3F-9840-FAC691639CF5}" destId="{92BC5990-EF2C-4283-B685-551E8A7F3F6C}" srcOrd="0" destOrd="0" presId="urn:microsoft.com/office/officeart/2005/8/layout/hProcess7"/>
    <dgm:cxn modelId="{12961D06-6694-4D68-822C-E537561ABE34}" type="presParOf" srcId="{5B2A59C6-C06E-4F3F-9840-FAC691639CF5}" destId="{4645F5B6-14B8-48E0-B2E1-93CBE1771177}" srcOrd="1" destOrd="0" presId="urn:microsoft.com/office/officeart/2005/8/layout/hProcess7"/>
    <dgm:cxn modelId="{3825469A-EAB0-4946-A011-D1134CBE2EE4}" type="presParOf" srcId="{5B2A59C6-C06E-4F3F-9840-FAC691639CF5}" destId="{058AA784-1C29-4836-9CA2-CFACBA037557}" srcOrd="2" destOrd="0" presId="urn:microsoft.com/office/officeart/2005/8/layout/hProcess7"/>
    <dgm:cxn modelId="{E65C6815-B0FF-465E-9E28-BFEC8BE1EF45}" type="presParOf" srcId="{FA01F0BE-DB5E-4C4B-86DE-BB3199BC7C07}" destId="{B615615B-90E4-41A1-92BB-81BF55154BB3}" srcOrd="13" destOrd="0" presId="urn:microsoft.com/office/officeart/2005/8/layout/hProcess7"/>
    <dgm:cxn modelId="{0FA12C15-A5F3-4A2E-B45B-CE1D57CD3B6D}" type="presParOf" srcId="{FA01F0BE-DB5E-4C4B-86DE-BB3199BC7C07}" destId="{EB00BE62-66C3-47E6-9702-76EA33047C4D}" srcOrd="14" destOrd="0" presId="urn:microsoft.com/office/officeart/2005/8/layout/hProcess7"/>
    <dgm:cxn modelId="{4851CE22-7C87-4B93-9BA3-EE322EE34C28}" type="presParOf" srcId="{EB00BE62-66C3-47E6-9702-76EA33047C4D}" destId="{66701527-7CA6-45C1-9A02-1BD1DD5FCDB7}" srcOrd="0" destOrd="0" presId="urn:microsoft.com/office/officeart/2005/8/layout/hProcess7"/>
    <dgm:cxn modelId="{3105FB52-A64B-4572-9BFA-2C3A42511D5E}" type="presParOf" srcId="{EB00BE62-66C3-47E6-9702-76EA33047C4D}" destId="{5844A817-4B45-4C24-AD4D-BCDD9C011B65}" srcOrd="1" destOrd="0" presId="urn:microsoft.com/office/officeart/2005/8/layout/hProcess7"/>
    <dgm:cxn modelId="{78C7CA23-E14B-4C5D-A639-2D325A9E093F}" type="presParOf" srcId="{EB00BE62-66C3-47E6-9702-76EA33047C4D}" destId="{DDD6ECE7-A48A-41D5-8CB8-9621D1AF9894}" srcOrd="2" destOrd="0" presId="urn:microsoft.com/office/officeart/2005/8/layout/hProcess7"/>
    <dgm:cxn modelId="{36F94281-DEA0-4C32-8A3A-DCC7172BD132}" type="presParOf" srcId="{FA01F0BE-DB5E-4C4B-86DE-BB3199BC7C07}" destId="{413BA6CF-C40A-4A20-95EE-47119D7C9837}" srcOrd="15" destOrd="0" presId="urn:microsoft.com/office/officeart/2005/8/layout/hProcess7"/>
    <dgm:cxn modelId="{392F49BC-BD60-4285-A499-2F91BCE6DF66}" type="presParOf" srcId="{FA01F0BE-DB5E-4C4B-86DE-BB3199BC7C07}" destId="{0628E5FA-5149-40C0-92C5-31AC416E01C6}" srcOrd="16" destOrd="0" presId="urn:microsoft.com/office/officeart/2005/8/layout/hProcess7"/>
    <dgm:cxn modelId="{5F1FB6E3-D0A4-4843-9843-08D29093DB78}" type="presParOf" srcId="{0628E5FA-5149-40C0-92C5-31AC416E01C6}" destId="{AA02DC67-AF56-4672-9231-F8B754E90F36}" srcOrd="0" destOrd="0" presId="urn:microsoft.com/office/officeart/2005/8/layout/hProcess7"/>
    <dgm:cxn modelId="{9AC8B40B-46D2-4592-9075-E39C813FF910}" type="presParOf" srcId="{0628E5FA-5149-40C0-92C5-31AC416E01C6}" destId="{B236312D-3702-4B5A-9596-537B848B49E3}" srcOrd="1" destOrd="0" presId="urn:microsoft.com/office/officeart/2005/8/layout/hProcess7"/>
    <dgm:cxn modelId="{75AFCC62-DFC1-4904-AC96-42F2F9A7AC1F}" type="presParOf" srcId="{0628E5FA-5149-40C0-92C5-31AC416E01C6}" destId="{C101B601-EE97-40CA-92FD-7F2B79991C18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780D66-C040-4987-B5B5-F11FB498B5ED}" type="doc">
      <dgm:prSet loTypeId="urn:microsoft.com/office/officeart/2005/8/layout/bProcess3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7A5BF52-9814-4189-B7EE-89325D8C2269}">
      <dgm:prSet phldrT="[Text]"/>
      <dgm:spPr/>
      <dgm:t>
        <a:bodyPr/>
        <a:lstStyle/>
        <a:p>
          <a:r>
            <a:rPr lang="en-US" dirty="0"/>
            <a:t>Teachers Word Level Survey of  Common Words</a:t>
          </a:r>
          <a:endParaRPr lang="en-IN" dirty="0"/>
        </a:p>
      </dgm:t>
    </dgm:pt>
    <dgm:pt modelId="{C6B86FD4-4E8D-4150-8E77-8A1C04799B2F}" type="parTrans" cxnId="{C23E664F-9380-4F82-B6BC-9D6EE9BB5412}">
      <dgm:prSet/>
      <dgm:spPr/>
      <dgm:t>
        <a:bodyPr/>
        <a:lstStyle/>
        <a:p>
          <a:endParaRPr lang="en-IN"/>
        </a:p>
      </dgm:t>
    </dgm:pt>
    <dgm:pt modelId="{09F9836F-0F44-4BF9-87E3-D44BDCA061B4}" type="sibTrans" cxnId="{C23E664F-9380-4F82-B6BC-9D6EE9BB5412}">
      <dgm:prSet/>
      <dgm:spPr/>
      <dgm:t>
        <a:bodyPr/>
        <a:lstStyle/>
        <a:p>
          <a:endParaRPr lang="en-IN"/>
        </a:p>
      </dgm:t>
    </dgm:pt>
    <dgm:pt modelId="{A3F17FDB-EE16-438C-BD52-F64670514399}">
      <dgm:prSet phldrT="[Text]"/>
      <dgm:spPr/>
      <dgm:t>
        <a:bodyPr/>
        <a:lstStyle/>
        <a:p>
          <a:r>
            <a:rPr lang="en-US" dirty="0"/>
            <a:t>Web Scrapping ‘English Profile.com’ for Commonly used words</a:t>
          </a:r>
          <a:endParaRPr lang="en-IN" dirty="0"/>
        </a:p>
      </dgm:t>
    </dgm:pt>
    <dgm:pt modelId="{A5BFDDA0-EEAE-407B-B702-268B3AA09E00}" type="parTrans" cxnId="{2367FD8C-FD8E-4F2D-955E-994A37484EF6}">
      <dgm:prSet/>
      <dgm:spPr/>
      <dgm:t>
        <a:bodyPr/>
        <a:lstStyle/>
        <a:p>
          <a:endParaRPr lang="en-IN"/>
        </a:p>
      </dgm:t>
    </dgm:pt>
    <dgm:pt modelId="{C6D8BDE9-EC1B-4A22-8F0F-EEC8D6190FDD}" type="sibTrans" cxnId="{2367FD8C-FD8E-4F2D-955E-994A37484EF6}">
      <dgm:prSet/>
      <dgm:spPr/>
      <dgm:t>
        <a:bodyPr/>
        <a:lstStyle/>
        <a:p>
          <a:endParaRPr lang="en-IN"/>
        </a:p>
      </dgm:t>
    </dgm:pt>
    <dgm:pt modelId="{144CC3B1-2B59-4C32-B381-7B02A124FEC9}">
      <dgm:prSet phldrT="[Text]"/>
      <dgm:spPr/>
      <dgm:t>
        <a:bodyPr/>
        <a:lstStyle/>
        <a:p>
          <a:r>
            <a:rPr lang="en-US" dirty="0"/>
            <a:t>Combining the previous 2 databanks and removing of redundant data</a:t>
          </a:r>
          <a:endParaRPr lang="en-IN" dirty="0"/>
        </a:p>
      </dgm:t>
    </dgm:pt>
    <dgm:pt modelId="{4D1DB553-726F-493F-9408-E6DB1EA3014B}" type="parTrans" cxnId="{51EB696D-D772-4FDB-8ED3-85AAFF747273}">
      <dgm:prSet/>
      <dgm:spPr/>
      <dgm:t>
        <a:bodyPr/>
        <a:lstStyle/>
        <a:p>
          <a:endParaRPr lang="en-IN"/>
        </a:p>
      </dgm:t>
    </dgm:pt>
    <dgm:pt modelId="{C01837CD-00EC-4296-8163-A06694869E3B}" type="sibTrans" cxnId="{51EB696D-D772-4FDB-8ED3-85AAFF747273}">
      <dgm:prSet/>
      <dgm:spPr/>
      <dgm:t>
        <a:bodyPr/>
        <a:lstStyle/>
        <a:p>
          <a:endParaRPr lang="en-IN"/>
        </a:p>
      </dgm:t>
    </dgm:pt>
    <dgm:pt modelId="{78175369-7E7C-43A0-93E2-DA11AE952CC7}">
      <dgm:prSet phldrT="[Text]"/>
      <dgm:spPr/>
      <dgm:t>
        <a:bodyPr/>
        <a:lstStyle/>
        <a:p>
          <a:r>
            <a:rPr lang="en-US" dirty="0"/>
            <a:t>Creating a .csv of the Word data bank</a:t>
          </a:r>
          <a:endParaRPr lang="en-IN" dirty="0"/>
        </a:p>
      </dgm:t>
    </dgm:pt>
    <dgm:pt modelId="{9DDA8BFD-BFD6-48BA-ABE7-C1F39AB89DC9}" type="parTrans" cxnId="{F7543096-BD6C-4F06-9CD5-CA796FA9FE2C}">
      <dgm:prSet/>
      <dgm:spPr/>
      <dgm:t>
        <a:bodyPr/>
        <a:lstStyle/>
        <a:p>
          <a:endParaRPr lang="en-IN"/>
        </a:p>
      </dgm:t>
    </dgm:pt>
    <dgm:pt modelId="{F56FADDA-090F-4678-B06A-463A4303458E}" type="sibTrans" cxnId="{F7543096-BD6C-4F06-9CD5-CA796FA9FE2C}">
      <dgm:prSet/>
      <dgm:spPr/>
      <dgm:t>
        <a:bodyPr/>
        <a:lstStyle/>
        <a:p>
          <a:endParaRPr lang="en-IN"/>
        </a:p>
      </dgm:t>
    </dgm:pt>
    <dgm:pt modelId="{9A74729B-F13C-46F1-AFC2-2A95356DA36A}">
      <dgm:prSet phldrT="[Text]"/>
      <dgm:spPr/>
      <dgm:t>
        <a:bodyPr/>
        <a:lstStyle/>
        <a:p>
          <a:r>
            <a:rPr lang="en-US" dirty="0"/>
            <a:t>.csv -&gt; .json</a:t>
          </a:r>
          <a:endParaRPr lang="en-IN" dirty="0"/>
        </a:p>
      </dgm:t>
    </dgm:pt>
    <dgm:pt modelId="{7FD0E5C5-8DA1-4F4E-940F-E7EA5F1A4936}" type="sibTrans" cxnId="{074305F2-5A1F-4975-8111-11F34FEF8C1B}">
      <dgm:prSet/>
      <dgm:spPr/>
      <dgm:t>
        <a:bodyPr/>
        <a:lstStyle/>
        <a:p>
          <a:endParaRPr lang="en-IN"/>
        </a:p>
      </dgm:t>
    </dgm:pt>
    <dgm:pt modelId="{5DD1E2CB-300D-4AA0-8C68-70EB7F6F061C}" type="parTrans" cxnId="{074305F2-5A1F-4975-8111-11F34FEF8C1B}">
      <dgm:prSet/>
      <dgm:spPr/>
      <dgm:t>
        <a:bodyPr/>
        <a:lstStyle/>
        <a:p>
          <a:endParaRPr lang="en-IN"/>
        </a:p>
      </dgm:t>
    </dgm:pt>
    <dgm:pt modelId="{FD0A53DD-0D09-40CE-8210-771C736B1BD8}" type="pres">
      <dgm:prSet presAssocID="{0E780D66-C040-4987-B5B5-F11FB498B5ED}" presName="Name0" presStyleCnt="0">
        <dgm:presLayoutVars>
          <dgm:dir/>
          <dgm:resizeHandles val="exact"/>
        </dgm:presLayoutVars>
      </dgm:prSet>
      <dgm:spPr/>
    </dgm:pt>
    <dgm:pt modelId="{4576B146-B24E-46C3-B606-B9BFCD484A0A}" type="pres">
      <dgm:prSet presAssocID="{77A5BF52-9814-4189-B7EE-89325D8C2269}" presName="node" presStyleLbl="node1" presStyleIdx="0" presStyleCnt="5">
        <dgm:presLayoutVars>
          <dgm:bulletEnabled val="1"/>
        </dgm:presLayoutVars>
      </dgm:prSet>
      <dgm:spPr/>
    </dgm:pt>
    <dgm:pt modelId="{CB29F354-97E3-4E52-A43B-445544013FA8}" type="pres">
      <dgm:prSet presAssocID="{09F9836F-0F44-4BF9-87E3-D44BDCA061B4}" presName="sibTrans" presStyleLbl="sibTrans1D1" presStyleIdx="0" presStyleCnt="4"/>
      <dgm:spPr/>
    </dgm:pt>
    <dgm:pt modelId="{6FD1641B-CA17-4956-9568-457A8BB79B0B}" type="pres">
      <dgm:prSet presAssocID="{09F9836F-0F44-4BF9-87E3-D44BDCA061B4}" presName="connectorText" presStyleLbl="sibTrans1D1" presStyleIdx="0" presStyleCnt="4"/>
      <dgm:spPr/>
    </dgm:pt>
    <dgm:pt modelId="{3DCA7115-8B6B-465B-BEF8-FC157947EAE8}" type="pres">
      <dgm:prSet presAssocID="{A3F17FDB-EE16-438C-BD52-F64670514399}" presName="node" presStyleLbl="node1" presStyleIdx="1" presStyleCnt="5">
        <dgm:presLayoutVars>
          <dgm:bulletEnabled val="1"/>
        </dgm:presLayoutVars>
      </dgm:prSet>
      <dgm:spPr/>
    </dgm:pt>
    <dgm:pt modelId="{118A0684-4B32-4988-86DA-0B8A3FEFABB4}" type="pres">
      <dgm:prSet presAssocID="{C6D8BDE9-EC1B-4A22-8F0F-EEC8D6190FDD}" presName="sibTrans" presStyleLbl="sibTrans1D1" presStyleIdx="1" presStyleCnt="4"/>
      <dgm:spPr/>
    </dgm:pt>
    <dgm:pt modelId="{DC42863E-ADD6-4890-97AD-1F2C4CE6694E}" type="pres">
      <dgm:prSet presAssocID="{C6D8BDE9-EC1B-4A22-8F0F-EEC8D6190FDD}" presName="connectorText" presStyleLbl="sibTrans1D1" presStyleIdx="1" presStyleCnt="4"/>
      <dgm:spPr/>
    </dgm:pt>
    <dgm:pt modelId="{FA677C22-9C19-49D6-AA8B-F8049331C4DC}" type="pres">
      <dgm:prSet presAssocID="{144CC3B1-2B59-4C32-B381-7B02A124FEC9}" presName="node" presStyleLbl="node1" presStyleIdx="2" presStyleCnt="5">
        <dgm:presLayoutVars>
          <dgm:bulletEnabled val="1"/>
        </dgm:presLayoutVars>
      </dgm:prSet>
      <dgm:spPr/>
    </dgm:pt>
    <dgm:pt modelId="{F3DCE3EC-2DE0-4825-9656-F8B501526F8B}" type="pres">
      <dgm:prSet presAssocID="{C01837CD-00EC-4296-8163-A06694869E3B}" presName="sibTrans" presStyleLbl="sibTrans1D1" presStyleIdx="2" presStyleCnt="4"/>
      <dgm:spPr/>
    </dgm:pt>
    <dgm:pt modelId="{3F1A0880-D141-4984-8603-A7969ADFF50D}" type="pres">
      <dgm:prSet presAssocID="{C01837CD-00EC-4296-8163-A06694869E3B}" presName="connectorText" presStyleLbl="sibTrans1D1" presStyleIdx="2" presStyleCnt="4"/>
      <dgm:spPr/>
    </dgm:pt>
    <dgm:pt modelId="{97577406-E2E3-429A-BD36-3FF5CCB268D6}" type="pres">
      <dgm:prSet presAssocID="{78175369-7E7C-43A0-93E2-DA11AE952CC7}" presName="node" presStyleLbl="node1" presStyleIdx="3" presStyleCnt="5">
        <dgm:presLayoutVars>
          <dgm:bulletEnabled val="1"/>
        </dgm:presLayoutVars>
      </dgm:prSet>
      <dgm:spPr/>
    </dgm:pt>
    <dgm:pt modelId="{A3A803AC-970D-44BD-B3D5-03991617B507}" type="pres">
      <dgm:prSet presAssocID="{F56FADDA-090F-4678-B06A-463A4303458E}" presName="sibTrans" presStyleLbl="sibTrans1D1" presStyleIdx="3" presStyleCnt="4"/>
      <dgm:spPr/>
    </dgm:pt>
    <dgm:pt modelId="{0D2898FC-E5F0-4220-9C13-A6C8933A31BF}" type="pres">
      <dgm:prSet presAssocID="{F56FADDA-090F-4678-B06A-463A4303458E}" presName="connectorText" presStyleLbl="sibTrans1D1" presStyleIdx="3" presStyleCnt="4"/>
      <dgm:spPr/>
    </dgm:pt>
    <dgm:pt modelId="{7C567455-5FDA-4F75-AFA2-1C4DD322DDFE}" type="pres">
      <dgm:prSet presAssocID="{9A74729B-F13C-46F1-AFC2-2A95356DA36A}" presName="node" presStyleLbl="node1" presStyleIdx="4" presStyleCnt="5">
        <dgm:presLayoutVars>
          <dgm:bulletEnabled val="1"/>
        </dgm:presLayoutVars>
      </dgm:prSet>
      <dgm:spPr/>
    </dgm:pt>
  </dgm:ptLst>
  <dgm:cxnLst>
    <dgm:cxn modelId="{9E7C0D48-BFE7-498A-BB04-70BC624842A4}" type="presOf" srcId="{09F9836F-0F44-4BF9-87E3-D44BDCA061B4}" destId="{CB29F354-97E3-4E52-A43B-445544013FA8}" srcOrd="0" destOrd="0" presId="urn:microsoft.com/office/officeart/2005/8/layout/bProcess3"/>
    <dgm:cxn modelId="{A945F74B-50CE-4ED2-91AA-6AE022BFB390}" type="presOf" srcId="{C01837CD-00EC-4296-8163-A06694869E3B}" destId="{3F1A0880-D141-4984-8603-A7969ADFF50D}" srcOrd="1" destOrd="0" presId="urn:microsoft.com/office/officeart/2005/8/layout/bProcess3"/>
    <dgm:cxn modelId="{3B642D4F-F654-410F-BD20-EB3925A60B28}" type="presOf" srcId="{9A74729B-F13C-46F1-AFC2-2A95356DA36A}" destId="{7C567455-5FDA-4F75-AFA2-1C4DD322DDFE}" srcOrd="0" destOrd="0" presId="urn:microsoft.com/office/officeart/2005/8/layout/bProcess3"/>
    <dgm:cxn modelId="{C23E664F-9380-4F82-B6BC-9D6EE9BB5412}" srcId="{0E780D66-C040-4987-B5B5-F11FB498B5ED}" destId="{77A5BF52-9814-4189-B7EE-89325D8C2269}" srcOrd="0" destOrd="0" parTransId="{C6B86FD4-4E8D-4150-8E77-8A1C04799B2F}" sibTransId="{09F9836F-0F44-4BF9-87E3-D44BDCA061B4}"/>
    <dgm:cxn modelId="{EA7DF656-A908-4449-8FDD-7ADC3DF8A297}" type="presOf" srcId="{F56FADDA-090F-4678-B06A-463A4303458E}" destId="{A3A803AC-970D-44BD-B3D5-03991617B507}" srcOrd="0" destOrd="0" presId="urn:microsoft.com/office/officeart/2005/8/layout/bProcess3"/>
    <dgm:cxn modelId="{92459966-19DD-4AC2-91E3-7DB1A23F0025}" type="presOf" srcId="{C6D8BDE9-EC1B-4A22-8F0F-EEC8D6190FDD}" destId="{118A0684-4B32-4988-86DA-0B8A3FEFABB4}" srcOrd="0" destOrd="0" presId="urn:microsoft.com/office/officeart/2005/8/layout/bProcess3"/>
    <dgm:cxn modelId="{E78FE168-596F-4A29-BD26-EE7C44C61393}" type="presOf" srcId="{77A5BF52-9814-4189-B7EE-89325D8C2269}" destId="{4576B146-B24E-46C3-B606-B9BFCD484A0A}" srcOrd="0" destOrd="0" presId="urn:microsoft.com/office/officeart/2005/8/layout/bProcess3"/>
    <dgm:cxn modelId="{51EB696D-D772-4FDB-8ED3-85AAFF747273}" srcId="{0E780D66-C040-4987-B5B5-F11FB498B5ED}" destId="{144CC3B1-2B59-4C32-B381-7B02A124FEC9}" srcOrd="2" destOrd="0" parTransId="{4D1DB553-726F-493F-9408-E6DB1EA3014B}" sibTransId="{C01837CD-00EC-4296-8163-A06694869E3B}"/>
    <dgm:cxn modelId="{134A3389-622A-4A19-83D2-D0F19C927165}" type="presOf" srcId="{A3F17FDB-EE16-438C-BD52-F64670514399}" destId="{3DCA7115-8B6B-465B-BEF8-FC157947EAE8}" srcOrd="0" destOrd="0" presId="urn:microsoft.com/office/officeart/2005/8/layout/bProcess3"/>
    <dgm:cxn modelId="{2367FD8C-FD8E-4F2D-955E-994A37484EF6}" srcId="{0E780D66-C040-4987-B5B5-F11FB498B5ED}" destId="{A3F17FDB-EE16-438C-BD52-F64670514399}" srcOrd="1" destOrd="0" parTransId="{A5BFDDA0-EEAE-407B-B702-268B3AA09E00}" sibTransId="{C6D8BDE9-EC1B-4A22-8F0F-EEC8D6190FDD}"/>
    <dgm:cxn modelId="{218C348E-1689-4F1E-B17B-5C5364A28C6D}" type="presOf" srcId="{C01837CD-00EC-4296-8163-A06694869E3B}" destId="{F3DCE3EC-2DE0-4825-9656-F8B501526F8B}" srcOrd="0" destOrd="0" presId="urn:microsoft.com/office/officeart/2005/8/layout/bProcess3"/>
    <dgm:cxn modelId="{F7E8B28E-71D8-40A6-9665-D514F21E00FC}" type="presOf" srcId="{0E780D66-C040-4987-B5B5-F11FB498B5ED}" destId="{FD0A53DD-0D09-40CE-8210-771C736B1BD8}" srcOrd="0" destOrd="0" presId="urn:microsoft.com/office/officeart/2005/8/layout/bProcess3"/>
    <dgm:cxn modelId="{F7543096-BD6C-4F06-9CD5-CA796FA9FE2C}" srcId="{0E780D66-C040-4987-B5B5-F11FB498B5ED}" destId="{78175369-7E7C-43A0-93E2-DA11AE952CC7}" srcOrd="3" destOrd="0" parTransId="{9DDA8BFD-BFD6-48BA-ABE7-C1F39AB89DC9}" sibTransId="{F56FADDA-090F-4678-B06A-463A4303458E}"/>
    <dgm:cxn modelId="{96B268A4-48B1-4585-B1F0-802AD5EE8A95}" type="presOf" srcId="{09F9836F-0F44-4BF9-87E3-D44BDCA061B4}" destId="{6FD1641B-CA17-4956-9568-457A8BB79B0B}" srcOrd="1" destOrd="0" presId="urn:microsoft.com/office/officeart/2005/8/layout/bProcess3"/>
    <dgm:cxn modelId="{637D42D9-9ED9-4272-AAEA-AD502B294C8B}" type="presOf" srcId="{144CC3B1-2B59-4C32-B381-7B02A124FEC9}" destId="{FA677C22-9C19-49D6-AA8B-F8049331C4DC}" srcOrd="0" destOrd="0" presId="urn:microsoft.com/office/officeart/2005/8/layout/bProcess3"/>
    <dgm:cxn modelId="{E0EAD8E0-AE8F-4DA3-81E4-051EA3E3025F}" type="presOf" srcId="{F56FADDA-090F-4678-B06A-463A4303458E}" destId="{0D2898FC-E5F0-4220-9C13-A6C8933A31BF}" srcOrd="1" destOrd="0" presId="urn:microsoft.com/office/officeart/2005/8/layout/bProcess3"/>
    <dgm:cxn modelId="{074305F2-5A1F-4975-8111-11F34FEF8C1B}" srcId="{0E780D66-C040-4987-B5B5-F11FB498B5ED}" destId="{9A74729B-F13C-46F1-AFC2-2A95356DA36A}" srcOrd="4" destOrd="0" parTransId="{5DD1E2CB-300D-4AA0-8C68-70EB7F6F061C}" sibTransId="{7FD0E5C5-8DA1-4F4E-940F-E7EA5F1A4936}"/>
    <dgm:cxn modelId="{91B955F4-F03E-4A31-96A7-1870D8F91B94}" type="presOf" srcId="{78175369-7E7C-43A0-93E2-DA11AE952CC7}" destId="{97577406-E2E3-429A-BD36-3FF5CCB268D6}" srcOrd="0" destOrd="0" presId="urn:microsoft.com/office/officeart/2005/8/layout/bProcess3"/>
    <dgm:cxn modelId="{701217F7-00B7-42C0-8158-E4FC613CF54B}" type="presOf" srcId="{C6D8BDE9-EC1B-4A22-8F0F-EEC8D6190FDD}" destId="{DC42863E-ADD6-4890-97AD-1F2C4CE6694E}" srcOrd="1" destOrd="0" presId="urn:microsoft.com/office/officeart/2005/8/layout/bProcess3"/>
    <dgm:cxn modelId="{B88608D0-E247-4215-8CED-A52881BA758A}" type="presParOf" srcId="{FD0A53DD-0D09-40CE-8210-771C736B1BD8}" destId="{4576B146-B24E-46C3-B606-B9BFCD484A0A}" srcOrd="0" destOrd="0" presId="urn:microsoft.com/office/officeart/2005/8/layout/bProcess3"/>
    <dgm:cxn modelId="{15F04C6F-184A-4101-9F6C-8CDB962ACE40}" type="presParOf" srcId="{FD0A53DD-0D09-40CE-8210-771C736B1BD8}" destId="{CB29F354-97E3-4E52-A43B-445544013FA8}" srcOrd="1" destOrd="0" presId="urn:microsoft.com/office/officeart/2005/8/layout/bProcess3"/>
    <dgm:cxn modelId="{DE2A75CD-F66B-4A87-AD37-AF3BC12875E7}" type="presParOf" srcId="{CB29F354-97E3-4E52-A43B-445544013FA8}" destId="{6FD1641B-CA17-4956-9568-457A8BB79B0B}" srcOrd="0" destOrd="0" presId="urn:microsoft.com/office/officeart/2005/8/layout/bProcess3"/>
    <dgm:cxn modelId="{3DB57FAA-7B20-4F2C-8A26-F8D67B666C07}" type="presParOf" srcId="{FD0A53DD-0D09-40CE-8210-771C736B1BD8}" destId="{3DCA7115-8B6B-465B-BEF8-FC157947EAE8}" srcOrd="2" destOrd="0" presId="urn:microsoft.com/office/officeart/2005/8/layout/bProcess3"/>
    <dgm:cxn modelId="{4E7115AA-CB8B-4BCA-857E-28BF87D34D65}" type="presParOf" srcId="{FD0A53DD-0D09-40CE-8210-771C736B1BD8}" destId="{118A0684-4B32-4988-86DA-0B8A3FEFABB4}" srcOrd="3" destOrd="0" presId="urn:microsoft.com/office/officeart/2005/8/layout/bProcess3"/>
    <dgm:cxn modelId="{269067D3-1F3F-4C4D-8C78-3B7AFCFBACF4}" type="presParOf" srcId="{118A0684-4B32-4988-86DA-0B8A3FEFABB4}" destId="{DC42863E-ADD6-4890-97AD-1F2C4CE6694E}" srcOrd="0" destOrd="0" presId="urn:microsoft.com/office/officeart/2005/8/layout/bProcess3"/>
    <dgm:cxn modelId="{07AC0CAB-5B50-4715-BAA1-8B42F1D33CD8}" type="presParOf" srcId="{FD0A53DD-0D09-40CE-8210-771C736B1BD8}" destId="{FA677C22-9C19-49D6-AA8B-F8049331C4DC}" srcOrd="4" destOrd="0" presId="urn:microsoft.com/office/officeart/2005/8/layout/bProcess3"/>
    <dgm:cxn modelId="{AD06CA95-C271-4A5D-B714-FD223738678A}" type="presParOf" srcId="{FD0A53DD-0D09-40CE-8210-771C736B1BD8}" destId="{F3DCE3EC-2DE0-4825-9656-F8B501526F8B}" srcOrd="5" destOrd="0" presId="urn:microsoft.com/office/officeart/2005/8/layout/bProcess3"/>
    <dgm:cxn modelId="{62F7D381-BD15-41C0-B2CC-AA63ED0F9636}" type="presParOf" srcId="{F3DCE3EC-2DE0-4825-9656-F8B501526F8B}" destId="{3F1A0880-D141-4984-8603-A7969ADFF50D}" srcOrd="0" destOrd="0" presId="urn:microsoft.com/office/officeart/2005/8/layout/bProcess3"/>
    <dgm:cxn modelId="{C319BA91-AE4C-4D3C-AF9A-0286AFD9AEFA}" type="presParOf" srcId="{FD0A53DD-0D09-40CE-8210-771C736B1BD8}" destId="{97577406-E2E3-429A-BD36-3FF5CCB268D6}" srcOrd="6" destOrd="0" presId="urn:microsoft.com/office/officeart/2005/8/layout/bProcess3"/>
    <dgm:cxn modelId="{BB361B53-7487-4A17-8840-9862BA75E5E9}" type="presParOf" srcId="{FD0A53DD-0D09-40CE-8210-771C736B1BD8}" destId="{A3A803AC-970D-44BD-B3D5-03991617B507}" srcOrd="7" destOrd="0" presId="urn:microsoft.com/office/officeart/2005/8/layout/bProcess3"/>
    <dgm:cxn modelId="{44C4369F-3562-4EDE-AAC6-012D18B1861D}" type="presParOf" srcId="{A3A803AC-970D-44BD-B3D5-03991617B507}" destId="{0D2898FC-E5F0-4220-9C13-A6C8933A31BF}" srcOrd="0" destOrd="0" presId="urn:microsoft.com/office/officeart/2005/8/layout/bProcess3"/>
    <dgm:cxn modelId="{A03A9367-44DB-4CC7-9C31-E6698407683C}" type="presParOf" srcId="{FD0A53DD-0D09-40CE-8210-771C736B1BD8}" destId="{7C567455-5FDA-4F75-AFA2-1C4DD322DDFE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AE1D0D-6DF9-4BAC-97EE-F89A8B54A7F3}" type="doc">
      <dgm:prSet loTypeId="urn:microsoft.com/office/officeart/2005/8/layout/b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C60E8D91-1304-4E92-989D-B2968F4D6B39}">
      <dgm:prSet phldrT="[Text]"/>
      <dgm:spPr/>
      <dgm:t>
        <a:bodyPr/>
        <a:lstStyle/>
        <a:p>
          <a:r>
            <a:rPr lang="en-US" dirty="0"/>
            <a:t>Scraping ‘Thesaurus.com’ </a:t>
          </a:r>
          <a:endParaRPr lang="en-IN" dirty="0"/>
        </a:p>
      </dgm:t>
    </dgm:pt>
    <dgm:pt modelId="{00A855B0-4A4E-4B2D-81B5-76344A44B73E}" type="parTrans" cxnId="{2591630F-4FB8-490C-8706-C720C49B85ED}">
      <dgm:prSet/>
      <dgm:spPr/>
      <dgm:t>
        <a:bodyPr/>
        <a:lstStyle/>
        <a:p>
          <a:endParaRPr lang="en-IN"/>
        </a:p>
      </dgm:t>
    </dgm:pt>
    <dgm:pt modelId="{5D5121A2-ED0A-4565-9915-6816E188E697}" type="sibTrans" cxnId="{2591630F-4FB8-490C-8706-C720C49B85ED}">
      <dgm:prSet/>
      <dgm:spPr/>
      <dgm:t>
        <a:bodyPr/>
        <a:lstStyle/>
        <a:p>
          <a:endParaRPr lang="en-IN"/>
        </a:p>
      </dgm:t>
    </dgm:pt>
    <dgm:pt modelId="{B6B87232-8ACB-4980-B541-1FED69D69A93}">
      <dgm:prSet phldrT="[Text]"/>
      <dgm:spPr/>
      <dgm:t>
        <a:bodyPr/>
        <a:lstStyle/>
        <a:p>
          <a:r>
            <a:rPr lang="en-US" dirty="0"/>
            <a:t>Scraping ‘Synonym.com’</a:t>
          </a:r>
          <a:endParaRPr lang="en-IN" dirty="0"/>
        </a:p>
      </dgm:t>
    </dgm:pt>
    <dgm:pt modelId="{F39E5932-B4A8-4018-B036-9A550EFA9313}" type="parTrans" cxnId="{6540908A-0A1E-4281-A3C8-C01A32DFB978}">
      <dgm:prSet/>
      <dgm:spPr/>
      <dgm:t>
        <a:bodyPr/>
        <a:lstStyle/>
        <a:p>
          <a:endParaRPr lang="en-IN"/>
        </a:p>
      </dgm:t>
    </dgm:pt>
    <dgm:pt modelId="{6325DC02-9512-4E45-8241-F75FE71A2BDF}" type="sibTrans" cxnId="{6540908A-0A1E-4281-A3C8-C01A32DFB978}">
      <dgm:prSet/>
      <dgm:spPr/>
      <dgm:t>
        <a:bodyPr/>
        <a:lstStyle/>
        <a:p>
          <a:endParaRPr lang="en-IN"/>
        </a:p>
      </dgm:t>
    </dgm:pt>
    <dgm:pt modelId="{362AF2F3-8061-44C5-BEF2-BC6FFD303963}">
      <dgm:prSet phldrT="[Text]"/>
      <dgm:spPr/>
      <dgm:t>
        <a:bodyPr/>
        <a:lstStyle/>
        <a:p>
          <a:r>
            <a:rPr lang="en-US" dirty="0"/>
            <a:t>Unifying the data </a:t>
          </a:r>
          <a:endParaRPr lang="en-IN" dirty="0"/>
        </a:p>
      </dgm:t>
    </dgm:pt>
    <dgm:pt modelId="{9078D0CF-FD50-4DB2-BAE0-F16DFE93F3A9}" type="parTrans" cxnId="{8AE94795-EE02-47FC-BF3F-7B903B717077}">
      <dgm:prSet/>
      <dgm:spPr/>
      <dgm:t>
        <a:bodyPr/>
        <a:lstStyle/>
        <a:p>
          <a:endParaRPr lang="en-IN"/>
        </a:p>
      </dgm:t>
    </dgm:pt>
    <dgm:pt modelId="{B8419F07-03E8-46FD-8D56-504680160EA3}" type="sibTrans" cxnId="{8AE94795-EE02-47FC-BF3F-7B903B717077}">
      <dgm:prSet/>
      <dgm:spPr/>
      <dgm:t>
        <a:bodyPr/>
        <a:lstStyle/>
        <a:p>
          <a:endParaRPr lang="en-IN"/>
        </a:p>
      </dgm:t>
    </dgm:pt>
    <dgm:pt modelId="{16C08ED6-0764-42E2-A94E-1DAAE2CBCA8D}">
      <dgm:prSet phldrT="[Text]"/>
      <dgm:spPr/>
      <dgm:t>
        <a:bodyPr/>
        <a:lstStyle/>
        <a:p>
          <a:r>
            <a:rPr lang="en-US" dirty="0"/>
            <a:t>Cleaning for unwanted synonym phrases</a:t>
          </a:r>
          <a:endParaRPr lang="en-IN" dirty="0"/>
        </a:p>
      </dgm:t>
    </dgm:pt>
    <dgm:pt modelId="{C5F9BFE5-E9E2-4331-A630-4D04565AD54F}" type="parTrans" cxnId="{7826D9DA-26F4-4748-A78C-3288D4DA04BD}">
      <dgm:prSet/>
      <dgm:spPr/>
      <dgm:t>
        <a:bodyPr/>
        <a:lstStyle/>
        <a:p>
          <a:endParaRPr lang="en-IN"/>
        </a:p>
      </dgm:t>
    </dgm:pt>
    <dgm:pt modelId="{068D1045-8194-4CF0-AAC0-C2DA0E16B294}" type="sibTrans" cxnId="{7826D9DA-26F4-4748-A78C-3288D4DA04BD}">
      <dgm:prSet/>
      <dgm:spPr/>
      <dgm:t>
        <a:bodyPr/>
        <a:lstStyle/>
        <a:p>
          <a:endParaRPr lang="en-IN"/>
        </a:p>
      </dgm:t>
    </dgm:pt>
    <dgm:pt modelId="{05B9EF33-DDAF-4B26-B942-5C72B7164357}">
      <dgm:prSet phldrT="[Text]"/>
      <dgm:spPr/>
      <dgm:t>
        <a:bodyPr/>
        <a:lstStyle/>
        <a:p>
          <a:r>
            <a:rPr lang="en-US" dirty="0"/>
            <a:t>Constructing a .csv file</a:t>
          </a:r>
          <a:endParaRPr lang="en-IN" dirty="0"/>
        </a:p>
      </dgm:t>
    </dgm:pt>
    <dgm:pt modelId="{9581E9C2-70D0-43FB-A92E-09CFB6F296A4}" type="parTrans" cxnId="{4D32707D-75C4-4CE6-AB08-F07505598EDF}">
      <dgm:prSet/>
      <dgm:spPr/>
      <dgm:t>
        <a:bodyPr/>
        <a:lstStyle/>
        <a:p>
          <a:endParaRPr lang="en-IN"/>
        </a:p>
      </dgm:t>
    </dgm:pt>
    <dgm:pt modelId="{D308FA50-780B-4254-A01D-A6E7B2E06E80}" type="sibTrans" cxnId="{4D32707D-75C4-4CE6-AB08-F07505598EDF}">
      <dgm:prSet/>
      <dgm:spPr/>
      <dgm:t>
        <a:bodyPr/>
        <a:lstStyle/>
        <a:p>
          <a:endParaRPr lang="en-IN"/>
        </a:p>
      </dgm:t>
    </dgm:pt>
    <dgm:pt modelId="{9199A161-BCFB-4F56-B257-5E82AEE36851}">
      <dgm:prSet phldrT="[Text]"/>
      <dgm:spPr/>
      <dgm:t>
        <a:bodyPr/>
        <a:lstStyle/>
        <a:p>
          <a:r>
            <a:rPr lang="en-US" dirty="0"/>
            <a:t>.csv -&gt; .json</a:t>
          </a:r>
          <a:endParaRPr lang="en-IN" dirty="0"/>
        </a:p>
      </dgm:t>
    </dgm:pt>
    <dgm:pt modelId="{B27D398F-FA38-4A25-9A26-CE1D6F94D8E1}" type="parTrans" cxnId="{CFF0FFE7-8AF8-41A2-9552-D864CFD2574E}">
      <dgm:prSet/>
      <dgm:spPr/>
      <dgm:t>
        <a:bodyPr/>
        <a:lstStyle/>
        <a:p>
          <a:endParaRPr lang="en-IN"/>
        </a:p>
      </dgm:t>
    </dgm:pt>
    <dgm:pt modelId="{EF7B6142-25F2-4EFC-956A-A10389563F14}" type="sibTrans" cxnId="{CFF0FFE7-8AF8-41A2-9552-D864CFD2574E}">
      <dgm:prSet/>
      <dgm:spPr/>
      <dgm:t>
        <a:bodyPr/>
        <a:lstStyle/>
        <a:p>
          <a:endParaRPr lang="en-IN"/>
        </a:p>
      </dgm:t>
    </dgm:pt>
    <dgm:pt modelId="{8C438872-C119-4F5D-AFA1-3AB5772AF796}" type="pres">
      <dgm:prSet presAssocID="{21AE1D0D-6DF9-4BAC-97EE-F89A8B54A7F3}" presName="Name0" presStyleCnt="0">
        <dgm:presLayoutVars>
          <dgm:dir/>
          <dgm:resizeHandles val="exact"/>
        </dgm:presLayoutVars>
      </dgm:prSet>
      <dgm:spPr/>
    </dgm:pt>
    <dgm:pt modelId="{C5CD658E-4A6A-4AC5-AB83-F08FCAB0EDA9}" type="pres">
      <dgm:prSet presAssocID="{C60E8D91-1304-4E92-989D-B2968F4D6B39}" presName="node" presStyleLbl="node1" presStyleIdx="0" presStyleCnt="6">
        <dgm:presLayoutVars>
          <dgm:bulletEnabled val="1"/>
        </dgm:presLayoutVars>
      </dgm:prSet>
      <dgm:spPr/>
    </dgm:pt>
    <dgm:pt modelId="{8CE5FD5C-A52F-4822-A51E-47CDCD4E3371}" type="pres">
      <dgm:prSet presAssocID="{5D5121A2-ED0A-4565-9915-6816E188E697}" presName="sibTrans" presStyleLbl="sibTrans1D1" presStyleIdx="0" presStyleCnt="5"/>
      <dgm:spPr/>
    </dgm:pt>
    <dgm:pt modelId="{4F5A81C5-8705-49E6-8D41-C4A3461D33CC}" type="pres">
      <dgm:prSet presAssocID="{5D5121A2-ED0A-4565-9915-6816E188E697}" presName="connectorText" presStyleLbl="sibTrans1D1" presStyleIdx="0" presStyleCnt="5"/>
      <dgm:spPr/>
    </dgm:pt>
    <dgm:pt modelId="{27143620-DB8D-4B34-9254-350005FD50BB}" type="pres">
      <dgm:prSet presAssocID="{B6B87232-8ACB-4980-B541-1FED69D69A93}" presName="node" presStyleLbl="node1" presStyleIdx="1" presStyleCnt="6">
        <dgm:presLayoutVars>
          <dgm:bulletEnabled val="1"/>
        </dgm:presLayoutVars>
      </dgm:prSet>
      <dgm:spPr/>
    </dgm:pt>
    <dgm:pt modelId="{DE32E3B2-2728-4768-AFF6-F8416A9E0673}" type="pres">
      <dgm:prSet presAssocID="{6325DC02-9512-4E45-8241-F75FE71A2BDF}" presName="sibTrans" presStyleLbl="sibTrans1D1" presStyleIdx="1" presStyleCnt="5"/>
      <dgm:spPr/>
    </dgm:pt>
    <dgm:pt modelId="{9089CBFD-302D-4BA5-8ED8-FB687F88413C}" type="pres">
      <dgm:prSet presAssocID="{6325DC02-9512-4E45-8241-F75FE71A2BDF}" presName="connectorText" presStyleLbl="sibTrans1D1" presStyleIdx="1" presStyleCnt="5"/>
      <dgm:spPr/>
    </dgm:pt>
    <dgm:pt modelId="{1DEE61E4-8CBE-4820-BED2-A565943FFDD7}" type="pres">
      <dgm:prSet presAssocID="{362AF2F3-8061-44C5-BEF2-BC6FFD303963}" presName="node" presStyleLbl="node1" presStyleIdx="2" presStyleCnt="6">
        <dgm:presLayoutVars>
          <dgm:bulletEnabled val="1"/>
        </dgm:presLayoutVars>
      </dgm:prSet>
      <dgm:spPr/>
    </dgm:pt>
    <dgm:pt modelId="{B61CFA61-752D-464A-8A7C-7D6C833C71F9}" type="pres">
      <dgm:prSet presAssocID="{B8419F07-03E8-46FD-8D56-504680160EA3}" presName="sibTrans" presStyleLbl="sibTrans1D1" presStyleIdx="2" presStyleCnt="5"/>
      <dgm:spPr/>
    </dgm:pt>
    <dgm:pt modelId="{EEC36498-AF20-4EAE-8C68-0F6CE54A2148}" type="pres">
      <dgm:prSet presAssocID="{B8419F07-03E8-46FD-8D56-504680160EA3}" presName="connectorText" presStyleLbl="sibTrans1D1" presStyleIdx="2" presStyleCnt="5"/>
      <dgm:spPr/>
    </dgm:pt>
    <dgm:pt modelId="{11ADDA3E-41A1-427E-B1D9-814EFE49F7B7}" type="pres">
      <dgm:prSet presAssocID="{16C08ED6-0764-42E2-A94E-1DAAE2CBCA8D}" presName="node" presStyleLbl="node1" presStyleIdx="3" presStyleCnt="6">
        <dgm:presLayoutVars>
          <dgm:bulletEnabled val="1"/>
        </dgm:presLayoutVars>
      </dgm:prSet>
      <dgm:spPr/>
    </dgm:pt>
    <dgm:pt modelId="{9737D54C-F656-41C0-A136-F2F4AA1E2968}" type="pres">
      <dgm:prSet presAssocID="{068D1045-8194-4CF0-AAC0-C2DA0E16B294}" presName="sibTrans" presStyleLbl="sibTrans1D1" presStyleIdx="3" presStyleCnt="5"/>
      <dgm:spPr/>
    </dgm:pt>
    <dgm:pt modelId="{EAE77C6D-809D-4324-A183-0EB64710A611}" type="pres">
      <dgm:prSet presAssocID="{068D1045-8194-4CF0-AAC0-C2DA0E16B294}" presName="connectorText" presStyleLbl="sibTrans1D1" presStyleIdx="3" presStyleCnt="5"/>
      <dgm:spPr/>
    </dgm:pt>
    <dgm:pt modelId="{A31D1DFC-BBB4-4907-B345-D2BFA874A5CE}" type="pres">
      <dgm:prSet presAssocID="{05B9EF33-DDAF-4B26-B942-5C72B7164357}" presName="node" presStyleLbl="node1" presStyleIdx="4" presStyleCnt="6">
        <dgm:presLayoutVars>
          <dgm:bulletEnabled val="1"/>
        </dgm:presLayoutVars>
      </dgm:prSet>
      <dgm:spPr/>
    </dgm:pt>
    <dgm:pt modelId="{170E262F-1E1D-4319-A3D9-CD0F23762E90}" type="pres">
      <dgm:prSet presAssocID="{D308FA50-780B-4254-A01D-A6E7B2E06E80}" presName="sibTrans" presStyleLbl="sibTrans1D1" presStyleIdx="4" presStyleCnt="5"/>
      <dgm:spPr/>
    </dgm:pt>
    <dgm:pt modelId="{4EC4CACE-9FFD-49D6-8BBD-A1D9BA2AA771}" type="pres">
      <dgm:prSet presAssocID="{D308FA50-780B-4254-A01D-A6E7B2E06E80}" presName="connectorText" presStyleLbl="sibTrans1D1" presStyleIdx="4" presStyleCnt="5"/>
      <dgm:spPr/>
    </dgm:pt>
    <dgm:pt modelId="{8DE289F9-1FB3-498E-9388-1CDC1879B67B}" type="pres">
      <dgm:prSet presAssocID="{9199A161-BCFB-4F56-B257-5E82AEE36851}" presName="node" presStyleLbl="node1" presStyleIdx="5" presStyleCnt="6">
        <dgm:presLayoutVars>
          <dgm:bulletEnabled val="1"/>
        </dgm:presLayoutVars>
      </dgm:prSet>
      <dgm:spPr/>
    </dgm:pt>
  </dgm:ptLst>
  <dgm:cxnLst>
    <dgm:cxn modelId="{07570E01-50A7-45A3-A685-CF0765DAA909}" type="presOf" srcId="{B6B87232-8ACB-4980-B541-1FED69D69A93}" destId="{27143620-DB8D-4B34-9254-350005FD50BB}" srcOrd="0" destOrd="0" presId="urn:microsoft.com/office/officeart/2005/8/layout/bProcess3"/>
    <dgm:cxn modelId="{565BB70B-7662-4D06-B002-2FFAC6E94DAE}" type="presOf" srcId="{5D5121A2-ED0A-4565-9915-6816E188E697}" destId="{4F5A81C5-8705-49E6-8D41-C4A3461D33CC}" srcOrd="1" destOrd="0" presId="urn:microsoft.com/office/officeart/2005/8/layout/bProcess3"/>
    <dgm:cxn modelId="{2591630F-4FB8-490C-8706-C720C49B85ED}" srcId="{21AE1D0D-6DF9-4BAC-97EE-F89A8B54A7F3}" destId="{C60E8D91-1304-4E92-989D-B2968F4D6B39}" srcOrd="0" destOrd="0" parTransId="{00A855B0-4A4E-4B2D-81B5-76344A44B73E}" sibTransId="{5D5121A2-ED0A-4565-9915-6816E188E697}"/>
    <dgm:cxn modelId="{094E2713-FB6F-48C4-9C61-2735A3EAADA9}" type="presOf" srcId="{B8419F07-03E8-46FD-8D56-504680160EA3}" destId="{EEC36498-AF20-4EAE-8C68-0F6CE54A2148}" srcOrd="1" destOrd="0" presId="urn:microsoft.com/office/officeart/2005/8/layout/bProcess3"/>
    <dgm:cxn modelId="{83311215-8405-4DAF-A52C-F982663E99CE}" type="presOf" srcId="{068D1045-8194-4CF0-AAC0-C2DA0E16B294}" destId="{EAE77C6D-809D-4324-A183-0EB64710A611}" srcOrd="1" destOrd="0" presId="urn:microsoft.com/office/officeart/2005/8/layout/bProcess3"/>
    <dgm:cxn modelId="{5153B927-05C0-45C0-885C-2512CDA1A23B}" type="presOf" srcId="{362AF2F3-8061-44C5-BEF2-BC6FFD303963}" destId="{1DEE61E4-8CBE-4820-BED2-A565943FFDD7}" srcOrd="0" destOrd="0" presId="urn:microsoft.com/office/officeart/2005/8/layout/bProcess3"/>
    <dgm:cxn modelId="{D432FC2A-4D61-441C-869A-3B260F319436}" type="presOf" srcId="{16C08ED6-0764-42E2-A94E-1DAAE2CBCA8D}" destId="{11ADDA3E-41A1-427E-B1D9-814EFE49F7B7}" srcOrd="0" destOrd="0" presId="urn:microsoft.com/office/officeart/2005/8/layout/bProcess3"/>
    <dgm:cxn modelId="{E0C4C82C-B767-4FAA-861E-9022B15FF8EE}" type="presOf" srcId="{B8419F07-03E8-46FD-8D56-504680160EA3}" destId="{B61CFA61-752D-464A-8A7C-7D6C833C71F9}" srcOrd="0" destOrd="0" presId="urn:microsoft.com/office/officeart/2005/8/layout/bProcess3"/>
    <dgm:cxn modelId="{0AC59037-59E8-499F-9D5A-12C53040D89E}" type="presOf" srcId="{6325DC02-9512-4E45-8241-F75FE71A2BDF}" destId="{DE32E3B2-2728-4768-AFF6-F8416A9E0673}" srcOrd="0" destOrd="0" presId="urn:microsoft.com/office/officeart/2005/8/layout/bProcess3"/>
    <dgm:cxn modelId="{39F9D56D-A859-4D84-A6A0-C5226D80CA7C}" type="presOf" srcId="{D308FA50-780B-4254-A01D-A6E7B2E06E80}" destId="{4EC4CACE-9FFD-49D6-8BBD-A1D9BA2AA771}" srcOrd="1" destOrd="0" presId="urn:microsoft.com/office/officeart/2005/8/layout/bProcess3"/>
    <dgm:cxn modelId="{1584D76D-01AA-41B7-9E5C-927D29D8CEA5}" type="presOf" srcId="{6325DC02-9512-4E45-8241-F75FE71A2BDF}" destId="{9089CBFD-302D-4BA5-8ED8-FB687F88413C}" srcOrd="1" destOrd="0" presId="urn:microsoft.com/office/officeart/2005/8/layout/bProcess3"/>
    <dgm:cxn modelId="{36E0A26F-841D-4332-8C44-69140F3A3BAE}" type="presOf" srcId="{21AE1D0D-6DF9-4BAC-97EE-F89A8B54A7F3}" destId="{8C438872-C119-4F5D-AFA1-3AB5772AF796}" srcOrd="0" destOrd="0" presId="urn:microsoft.com/office/officeart/2005/8/layout/bProcess3"/>
    <dgm:cxn modelId="{4D32707D-75C4-4CE6-AB08-F07505598EDF}" srcId="{21AE1D0D-6DF9-4BAC-97EE-F89A8B54A7F3}" destId="{05B9EF33-DDAF-4B26-B942-5C72B7164357}" srcOrd="4" destOrd="0" parTransId="{9581E9C2-70D0-43FB-A92E-09CFB6F296A4}" sibTransId="{D308FA50-780B-4254-A01D-A6E7B2E06E80}"/>
    <dgm:cxn modelId="{6540908A-0A1E-4281-A3C8-C01A32DFB978}" srcId="{21AE1D0D-6DF9-4BAC-97EE-F89A8B54A7F3}" destId="{B6B87232-8ACB-4980-B541-1FED69D69A93}" srcOrd="1" destOrd="0" parTransId="{F39E5932-B4A8-4018-B036-9A550EFA9313}" sibTransId="{6325DC02-9512-4E45-8241-F75FE71A2BDF}"/>
    <dgm:cxn modelId="{8AE94795-EE02-47FC-BF3F-7B903B717077}" srcId="{21AE1D0D-6DF9-4BAC-97EE-F89A8B54A7F3}" destId="{362AF2F3-8061-44C5-BEF2-BC6FFD303963}" srcOrd="2" destOrd="0" parTransId="{9078D0CF-FD50-4DB2-BAE0-F16DFE93F3A9}" sibTransId="{B8419F07-03E8-46FD-8D56-504680160EA3}"/>
    <dgm:cxn modelId="{123B4EAA-B055-45F6-87CD-B2B2CABFE16F}" type="presOf" srcId="{5D5121A2-ED0A-4565-9915-6816E188E697}" destId="{8CE5FD5C-A52F-4822-A51E-47CDCD4E3371}" srcOrd="0" destOrd="0" presId="urn:microsoft.com/office/officeart/2005/8/layout/bProcess3"/>
    <dgm:cxn modelId="{A97103B2-B98D-493F-BA26-65D0D7D2991B}" type="presOf" srcId="{9199A161-BCFB-4F56-B257-5E82AEE36851}" destId="{8DE289F9-1FB3-498E-9388-1CDC1879B67B}" srcOrd="0" destOrd="0" presId="urn:microsoft.com/office/officeart/2005/8/layout/bProcess3"/>
    <dgm:cxn modelId="{B53D6AC0-6EAB-4998-8D42-6900B7C4514A}" type="presOf" srcId="{D308FA50-780B-4254-A01D-A6E7B2E06E80}" destId="{170E262F-1E1D-4319-A3D9-CD0F23762E90}" srcOrd="0" destOrd="0" presId="urn:microsoft.com/office/officeart/2005/8/layout/bProcess3"/>
    <dgm:cxn modelId="{F45C06C7-6E02-4CE8-9180-009F1A92A717}" type="presOf" srcId="{C60E8D91-1304-4E92-989D-B2968F4D6B39}" destId="{C5CD658E-4A6A-4AC5-AB83-F08FCAB0EDA9}" srcOrd="0" destOrd="0" presId="urn:microsoft.com/office/officeart/2005/8/layout/bProcess3"/>
    <dgm:cxn modelId="{9F36D2C7-A300-4A17-8260-0F0BD9C1D8DB}" type="presOf" srcId="{068D1045-8194-4CF0-AAC0-C2DA0E16B294}" destId="{9737D54C-F656-41C0-A136-F2F4AA1E2968}" srcOrd="0" destOrd="0" presId="urn:microsoft.com/office/officeart/2005/8/layout/bProcess3"/>
    <dgm:cxn modelId="{7826D9DA-26F4-4748-A78C-3288D4DA04BD}" srcId="{21AE1D0D-6DF9-4BAC-97EE-F89A8B54A7F3}" destId="{16C08ED6-0764-42E2-A94E-1DAAE2CBCA8D}" srcOrd="3" destOrd="0" parTransId="{C5F9BFE5-E9E2-4331-A630-4D04565AD54F}" sibTransId="{068D1045-8194-4CF0-AAC0-C2DA0E16B294}"/>
    <dgm:cxn modelId="{A2A0A0DF-B4A4-4E45-87F3-4742B3E2AC63}" type="presOf" srcId="{05B9EF33-DDAF-4B26-B942-5C72B7164357}" destId="{A31D1DFC-BBB4-4907-B345-D2BFA874A5CE}" srcOrd="0" destOrd="0" presId="urn:microsoft.com/office/officeart/2005/8/layout/bProcess3"/>
    <dgm:cxn modelId="{CFF0FFE7-8AF8-41A2-9552-D864CFD2574E}" srcId="{21AE1D0D-6DF9-4BAC-97EE-F89A8B54A7F3}" destId="{9199A161-BCFB-4F56-B257-5E82AEE36851}" srcOrd="5" destOrd="0" parTransId="{B27D398F-FA38-4A25-9A26-CE1D6F94D8E1}" sibTransId="{EF7B6142-25F2-4EFC-956A-A10389563F14}"/>
    <dgm:cxn modelId="{5EC16F8B-E460-4A4D-AEA8-048EE6675B01}" type="presParOf" srcId="{8C438872-C119-4F5D-AFA1-3AB5772AF796}" destId="{C5CD658E-4A6A-4AC5-AB83-F08FCAB0EDA9}" srcOrd="0" destOrd="0" presId="urn:microsoft.com/office/officeart/2005/8/layout/bProcess3"/>
    <dgm:cxn modelId="{98B99CAA-7A38-41C9-8CB6-726A29CB428D}" type="presParOf" srcId="{8C438872-C119-4F5D-AFA1-3AB5772AF796}" destId="{8CE5FD5C-A52F-4822-A51E-47CDCD4E3371}" srcOrd="1" destOrd="0" presId="urn:microsoft.com/office/officeart/2005/8/layout/bProcess3"/>
    <dgm:cxn modelId="{46F1C8CD-A9B8-4892-B07B-57B8CF8A0E9B}" type="presParOf" srcId="{8CE5FD5C-A52F-4822-A51E-47CDCD4E3371}" destId="{4F5A81C5-8705-49E6-8D41-C4A3461D33CC}" srcOrd="0" destOrd="0" presId="urn:microsoft.com/office/officeart/2005/8/layout/bProcess3"/>
    <dgm:cxn modelId="{DF18231A-3196-4109-80E3-923538DF997D}" type="presParOf" srcId="{8C438872-C119-4F5D-AFA1-3AB5772AF796}" destId="{27143620-DB8D-4B34-9254-350005FD50BB}" srcOrd="2" destOrd="0" presId="urn:microsoft.com/office/officeart/2005/8/layout/bProcess3"/>
    <dgm:cxn modelId="{5185A7D1-3094-450A-8CBA-CC4EE9FDAB2A}" type="presParOf" srcId="{8C438872-C119-4F5D-AFA1-3AB5772AF796}" destId="{DE32E3B2-2728-4768-AFF6-F8416A9E0673}" srcOrd="3" destOrd="0" presId="urn:microsoft.com/office/officeart/2005/8/layout/bProcess3"/>
    <dgm:cxn modelId="{84BC02BD-3D11-4B54-89D2-758C9E147FC4}" type="presParOf" srcId="{DE32E3B2-2728-4768-AFF6-F8416A9E0673}" destId="{9089CBFD-302D-4BA5-8ED8-FB687F88413C}" srcOrd="0" destOrd="0" presId="urn:microsoft.com/office/officeart/2005/8/layout/bProcess3"/>
    <dgm:cxn modelId="{7CFAC429-2D56-49F1-B8D3-6AA19EBBE229}" type="presParOf" srcId="{8C438872-C119-4F5D-AFA1-3AB5772AF796}" destId="{1DEE61E4-8CBE-4820-BED2-A565943FFDD7}" srcOrd="4" destOrd="0" presId="urn:microsoft.com/office/officeart/2005/8/layout/bProcess3"/>
    <dgm:cxn modelId="{75EE13CC-065A-4F2B-946E-D183DBD00A9A}" type="presParOf" srcId="{8C438872-C119-4F5D-AFA1-3AB5772AF796}" destId="{B61CFA61-752D-464A-8A7C-7D6C833C71F9}" srcOrd="5" destOrd="0" presId="urn:microsoft.com/office/officeart/2005/8/layout/bProcess3"/>
    <dgm:cxn modelId="{50FCF470-F1E4-4D42-A6E9-D095AE90D28C}" type="presParOf" srcId="{B61CFA61-752D-464A-8A7C-7D6C833C71F9}" destId="{EEC36498-AF20-4EAE-8C68-0F6CE54A2148}" srcOrd="0" destOrd="0" presId="urn:microsoft.com/office/officeart/2005/8/layout/bProcess3"/>
    <dgm:cxn modelId="{14E4E3A3-43C0-4A3B-BE46-3D18E105EB07}" type="presParOf" srcId="{8C438872-C119-4F5D-AFA1-3AB5772AF796}" destId="{11ADDA3E-41A1-427E-B1D9-814EFE49F7B7}" srcOrd="6" destOrd="0" presId="urn:microsoft.com/office/officeart/2005/8/layout/bProcess3"/>
    <dgm:cxn modelId="{6BEB1D35-6E51-493C-95E4-C4E55E6688A9}" type="presParOf" srcId="{8C438872-C119-4F5D-AFA1-3AB5772AF796}" destId="{9737D54C-F656-41C0-A136-F2F4AA1E2968}" srcOrd="7" destOrd="0" presId="urn:microsoft.com/office/officeart/2005/8/layout/bProcess3"/>
    <dgm:cxn modelId="{239B25E5-0F70-4752-86EB-568B41E6EA3E}" type="presParOf" srcId="{9737D54C-F656-41C0-A136-F2F4AA1E2968}" destId="{EAE77C6D-809D-4324-A183-0EB64710A611}" srcOrd="0" destOrd="0" presId="urn:microsoft.com/office/officeart/2005/8/layout/bProcess3"/>
    <dgm:cxn modelId="{D8565520-218B-46C2-BCBD-BF218F8A2050}" type="presParOf" srcId="{8C438872-C119-4F5D-AFA1-3AB5772AF796}" destId="{A31D1DFC-BBB4-4907-B345-D2BFA874A5CE}" srcOrd="8" destOrd="0" presId="urn:microsoft.com/office/officeart/2005/8/layout/bProcess3"/>
    <dgm:cxn modelId="{6DC6E286-E7FA-4CC5-90A2-A16328419C83}" type="presParOf" srcId="{8C438872-C119-4F5D-AFA1-3AB5772AF796}" destId="{170E262F-1E1D-4319-A3D9-CD0F23762E90}" srcOrd="9" destOrd="0" presId="urn:microsoft.com/office/officeart/2005/8/layout/bProcess3"/>
    <dgm:cxn modelId="{7BC0F511-2096-474C-890B-264C836B33E2}" type="presParOf" srcId="{170E262F-1E1D-4319-A3D9-CD0F23762E90}" destId="{4EC4CACE-9FFD-49D6-8BBD-A1D9BA2AA771}" srcOrd="0" destOrd="0" presId="urn:microsoft.com/office/officeart/2005/8/layout/bProcess3"/>
    <dgm:cxn modelId="{E059BE15-BC20-4DAC-AEBD-0D89B174EFC7}" type="presParOf" srcId="{8C438872-C119-4F5D-AFA1-3AB5772AF796}" destId="{8DE289F9-1FB3-498E-9388-1CDC1879B67B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EE405A-D7FB-41DC-955B-AA8C65FE16D8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2F82A18-EE36-478B-9A67-5C10AC8F386F}">
      <dgm:prSet phldrT="[Text]" custT="1"/>
      <dgm:spPr/>
      <dgm:t>
        <a:bodyPr/>
        <a:lstStyle/>
        <a:p>
          <a:r>
            <a:rPr lang="en-US" sz="2400"/>
            <a:t>Stage1</a:t>
          </a:r>
          <a:endParaRPr lang="en-IN" sz="3400" dirty="0"/>
        </a:p>
      </dgm:t>
    </dgm:pt>
    <dgm:pt modelId="{482868B3-B81E-4138-BB03-4490CFB6FA8C}" type="parTrans" cxnId="{7D9CF6F2-8045-428A-BA55-B8B299EA2AA3}">
      <dgm:prSet/>
      <dgm:spPr/>
      <dgm:t>
        <a:bodyPr/>
        <a:lstStyle/>
        <a:p>
          <a:endParaRPr lang="en-IN"/>
        </a:p>
      </dgm:t>
    </dgm:pt>
    <dgm:pt modelId="{7D05F3F2-2229-4D5E-A29D-2A3A73A082BD}" type="sibTrans" cxnId="{7D9CF6F2-8045-428A-BA55-B8B299EA2AA3}">
      <dgm:prSet/>
      <dgm:spPr/>
      <dgm:t>
        <a:bodyPr/>
        <a:lstStyle/>
        <a:p>
          <a:endParaRPr lang="en-IN"/>
        </a:p>
      </dgm:t>
    </dgm:pt>
    <dgm:pt modelId="{A4D0998A-2DEF-4C06-AC16-3A8D892EA80B}">
      <dgm:prSet phldrT="[Text]" custT="1"/>
      <dgm:spPr/>
      <dgm:t>
        <a:bodyPr/>
        <a:lstStyle/>
        <a:p>
          <a:r>
            <a:rPr lang="en-US" sz="2800"/>
            <a:t>Gather modified sentences</a:t>
          </a:r>
          <a:endParaRPr lang="en-IN" sz="2800" dirty="0"/>
        </a:p>
      </dgm:t>
    </dgm:pt>
    <dgm:pt modelId="{7E1FC02F-4DC9-4B0B-A883-26FA6B24FF04}" type="parTrans" cxnId="{5C885103-ECBB-4782-8654-28F43BEC6917}">
      <dgm:prSet/>
      <dgm:spPr/>
      <dgm:t>
        <a:bodyPr/>
        <a:lstStyle/>
        <a:p>
          <a:endParaRPr lang="en-IN"/>
        </a:p>
      </dgm:t>
    </dgm:pt>
    <dgm:pt modelId="{A4C5E960-A11E-450A-808E-94F3A2D296D0}" type="sibTrans" cxnId="{5C885103-ECBB-4782-8654-28F43BEC6917}">
      <dgm:prSet/>
      <dgm:spPr/>
      <dgm:t>
        <a:bodyPr/>
        <a:lstStyle/>
        <a:p>
          <a:endParaRPr lang="en-IN"/>
        </a:p>
      </dgm:t>
    </dgm:pt>
    <dgm:pt modelId="{181DBC06-B246-44B3-8848-9AD633BCF0EF}">
      <dgm:prSet phldrT="[Text]" custT="1"/>
      <dgm:spPr/>
      <dgm:t>
        <a:bodyPr/>
        <a:lstStyle/>
        <a:p>
          <a:r>
            <a:rPr lang="en-US" sz="2400"/>
            <a:t>Stage 2</a:t>
          </a:r>
          <a:endParaRPr lang="en-IN" sz="3100" dirty="0"/>
        </a:p>
      </dgm:t>
    </dgm:pt>
    <dgm:pt modelId="{949E9598-44B5-4C93-A2A3-0E90234FD441}" type="parTrans" cxnId="{DFCAE36E-68C7-4027-8E0F-75019682D3CF}">
      <dgm:prSet/>
      <dgm:spPr/>
      <dgm:t>
        <a:bodyPr/>
        <a:lstStyle/>
        <a:p>
          <a:endParaRPr lang="en-IN"/>
        </a:p>
      </dgm:t>
    </dgm:pt>
    <dgm:pt modelId="{58A24197-2AFE-4707-B280-EA294869B2D2}" type="sibTrans" cxnId="{DFCAE36E-68C7-4027-8E0F-75019682D3CF}">
      <dgm:prSet/>
      <dgm:spPr/>
      <dgm:t>
        <a:bodyPr/>
        <a:lstStyle/>
        <a:p>
          <a:endParaRPr lang="en-IN"/>
        </a:p>
      </dgm:t>
    </dgm:pt>
    <dgm:pt modelId="{6E6D3C03-56B5-4C59-8B41-05D71F66A33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Forming Paragraphs out of the sentences</a:t>
          </a:r>
          <a:endParaRPr lang="en-IN" dirty="0"/>
        </a:p>
      </dgm:t>
    </dgm:pt>
    <dgm:pt modelId="{8E2DF742-8C65-449C-9407-8B696474E9E1}" type="parTrans" cxnId="{3C21FF8E-5810-4657-8244-EFBE1699F512}">
      <dgm:prSet/>
      <dgm:spPr/>
      <dgm:t>
        <a:bodyPr/>
        <a:lstStyle/>
        <a:p>
          <a:endParaRPr lang="en-IN"/>
        </a:p>
      </dgm:t>
    </dgm:pt>
    <dgm:pt modelId="{0D61C30D-2B47-4EEC-B851-F94DA8330CC6}" type="sibTrans" cxnId="{3C21FF8E-5810-4657-8244-EFBE1699F512}">
      <dgm:prSet/>
      <dgm:spPr/>
      <dgm:t>
        <a:bodyPr/>
        <a:lstStyle/>
        <a:p>
          <a:endParaRPr lang="en-IN"/>
        </a:p>
      </dgm:t>
    </dgm:pt>
    <dgm:pt modelId="{A9A5C2AF-05CB-49D8-9486-ACC8009C8EE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Write on to a new PDF</a:t>
          </a:r>
          <a:endParaRPr lang="en-IN" dirty="0"/>
        </a:p>
      </dgm:t>
    </dgm:pt>
    <dgm:pt modelId="{6CA0443B-2F0B-4675-94B5-8D8E5D984768}" type="parTrans" cxnId="{69BF0902-E63D-4238-966A-C337C49DB932}">
      <dgm:prSet/>
      <dgm:spPr/>
      <dgm:t>
        <a:bodyPr/>
        <a:lstStyle/>
        <a:p>
          <a:endParaRPr lang="en-IN"/>
        </a:p>
      </dgm:t>
    </dgm:pt>
    <dgm:pt modelId="{83696058-2515-4FEE-9316-B52079E61D61}" type="sibTrans" cxnId="{69BF0902-E63D-4238-966A-C337C49DB932}">
      <dgm:prSet/>
      <dgm:spPr/>
      <dgm:t>
        <a:bodyPr/>
        <a:lstStyle/>
        <a:p>
          <a:endParaRPr lang="en-IN"/>
        </a:p>
      </dgm:t>
    </dgm:pt>
    <dgm:pt modelId="{03EF29CA-BA35-4F96-A7A9-10120C34F2F1}">
      <dgm:prSet phldrT="[Text]" custT="1"/>
      <dgm:spPr/>
      <dgm:t>
        <a:bodyPr/>
        <a:lstStyle/>
        <a:p>
          <a:r>
            <a:rPr lang="en-US" sz="2400"/>
            <a:t>Stage 3</a:t>
          </a:r>
          <a:endParaRPr lang="en-IN" sz="3100" dirty="0"/>
        </a:p>
      </dgm:t>
    </dgm:pt>
    <dgm:pt modelId="{F54CB675-D0CF-435B-B173-D7672678EA28}" type="parTrans" cxnId="{E32ABCAC-1AEF-4966-ACA7-21323EF5FA95}">
      <dgm:prSet/>
      <dgm:spPr/>
      <dgm:t>
        <a:bodyPr/>
        <a:lstStyle/>
        <a:p>
          <a:endParaRPr lang="en-IN"/>
        </a:p>
      </dgm:t>
    </dgm:pt>
    <dgm:pt modelId="{861A0332-FD87-419F-B01E-DEEED6692666}" type="sibTrans" cxnId="{E32ABCAC-1AEF-4966-ACA7-21323EF5FA95}">
      <dgm:prSet/>
      <dgm:spPr/>
      <dgm:t>
        <a:bodyPr/>
        <a:lstStyle/>
        <a:p>
          <a:endParaRPr lang="en-IN"/>
        </a:p>
      </dgm:t>
    </dgm:pt>
    <dgm:pt modelId="{9B36166D-F14A-4BE3-8C0E-9DA51D7F9BB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Prepare a JSON response</a:t>
          </a:r>
          <a:endParaRPr lang="en-IN" dirty="0"/>
        </a:p>
      </dgm:t>
    </dgm:pt>
    <dgm:pt modelId="{13DF3BCC-5A5B-471C-8F7C-84BE2F5452D2}" type="parTrans" cxnId="{94A5983A-ED3C-4C5B-82F8-CEE74EC18F88}">
      <dgm:prSet/>
      <dgm:spPr/>
      <dgm:t>
        <a:bodyPr/>
        <a:lstStyle/>
        <a:p>
          <a:endParaRPr lang="en-IN"/>
        </a:p>
      </dgm:t>
    </dgm:pt>
    <dgm:pt modelId="{0865BD88-C695-4263-9490-AD839AB4DF83}" type="sibTrans" cxnId="{94A5983A-ED3C-4C5B-82F8-CEE74EC18F88}">
      <dgm:prSet/>
      <dgm:spPr/>
      <dgm:t>
        <a:bodyPr/>
        <a:lstStyle/>
        <a:p>
          <a:endParaRPr lang="en-IN"/>
        </a:p>
      </dgm:t>
    </dgm:pt>
    <dgm:pt modelId="{8C774945-358A-4A1E-A45C-AB6957CC6EA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Display the changes on the UI </a:t>
          </a:r>
          <a:endParaRPr lang="en-IN" dirty="0"/>
        </a:p>
      </dgm:t>
    </dgm:pt>
    <dgm:pt modelId="{F72E1614-B3E9-4B3D-BBB5-B846A9D389FA}" type="parTrans" cxnId="{B72B51B0-B57B-4BF9-8773-0DBB99936C17}">
      <dgm:prSet/>
      <dgm:spPr/>
      <dgm:t>
        <a:bodyPr/>
        <a:lstStyle/>
        <a:p>
          <a:endParaRPr lang="en-IN"/>
        </a:p>
      </dgm:t>
    </dgm:pt>
    <dgm:pt modelId="{9F2EC4EA-AAE3-48AA-972A-79F2C589B41A}" type="sibTrans" cxnId="{B72B51B0-B57B-4BF9-8773-0DBB99936C17}">
      <dgm:prSet/>
      <dgm:spPr/>
      <dgm:t>
        <a:bodyPr/>
        <a:lstStyle/>
        <a:p>
          <a:endParaRPr lang="en-IN"/>
        </a:p>
      </dgm:t>
    </dgm:pt>
    <dgm:pt modelId="{4EF6F22F-44C6-469D-BC6F-E90BC5E4A8AE}">
      <dgm:prSet phldrT="[Text]" custT="1"/>
      <dgm:spPr/>
      <dgm:t>
        <a:bodyPr/>
        <a:lstStyle/>
        <a:p>
          <a:r>
            <a:rPr lang="en-US" sz="2800"/>
            <a:t>Verify the grammatic conformance </a:t>
          </a:r>
          <a:endParaRPr lang="en-IN" sz="2800" dirty="0"/>
        </a:p>
      </dgm:t>
    </dgm:pt>
    <dgm:pt modelId="{43E1FF30-77E4-4144-8FC6-4C491CFB6154}" type="parTrans" cxnId="{2EC28E55-6901-49FF-8F52-CBD448B3BD5E}">
      <dgm:prSet/>
      <dgm:spPr/>
      <dgm:t>
        <a:bodyPr/>
        <a:lstStyle/>
        <a:p>
          <a:endParaRPr lang="en-IN"/>
        </a:p>
      </dgm:t>
    </dgm:pt>
    <dgm:pt modelId="{EC220581-B96C-4E40-8D56-4CF345494405}" type="sibTrans" cxnId="{2EC28E55-6901-49FF-8F52-CBD448B3BD5E}">
      <dgm:prSet/>
      <dgm:spPr/>
      <dgm:t>
        <a:bodyPr/>
        <a:lstStyle/>
        <a:p>
          <a:endParaRPr lang="en-IN"/>
        </a:p>
      </dgm:t>
    </dgm:pt>
    <dgm:pt modelId="{13BD28C5-5E81-4ACE-93DB-EA902C1C592E}" type="pres">
      <dgm:prSet presAssocID="{20EE405A-D7FB-41DC-955B-AA8C65FE16D8}" presName="linearFlow" presStyleCnt="0">
        <dgm:presLayoutVars>
          <dgm:dir/>
          <dgm:animLvl val="lvl"/>
          <dgm:resizeHandles val="exact"/>
        </dgm:presLayoutVars>
      </dgm:prSet>
      <dgm:spPr/>
    </dgm:pt>
    <dgm:pt modelId="{189ACAA0-2585-4516-8BD3-028F982FACD6}" type="pres">
      <dgm:prSet presAssocID="{A2F82A18-EE36-478B-9A67-5C10AC8F386F}" presName="composite" presStyleCnt="0"/>
      <dgm:spPr/>
    </dgm:pt>
    <dgm:pt modelId="{25B5E06F-AEB0-4CC4-897A-2614011EA2A3}" type="pres">
      <dgm:prSet presAssocID="{A2F82A18-EE36-478B-9A67-5C10AC8F386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E7D83B3-2E1B-4488-A055-B120AA1E4D82}" type="pres">
      <dgm:prSet presAssocID="{A2F82A18-EE36-478B-9A67-5C10AC8F386F}" presName="descendantText" presStyleLbl="alignAcc1" presStyleIdx="0" presStyleCnt="3">
        <dgm:presLayoutVars>
          <dgm:bulletEnabled val="1"/>
        </dgm:presLayoutVars>
      </dgm:prSet>
      <dgm:spPr/>
    </dgm:pt>
    <dgm:pt modelId="{5FA03892-8D31-41CE-890A-C7B177E193C9}" type="pres">
      <dgm:prSet presAssocID="{7D05F3F2-2229-4D5E-A29D-2A3A73A082BD}" presName="sp" presStyleCnt="0"/>
      <dgm:spPr/>
    </dgm:pt>
    <dgm:pt modelId="{B81DF600-58BC-47E5-972B-D8846C6AC0FA}" type="pres">
      <dgm:prSet presAssocID="{181DBC06-B246-44B3-8848-9AD633BCF0EF}" presName="composite" presStyleCnt="0"/>
      <dgm:spPr/>
    </dgm:pt>
    <dgm:pt modelId="{30518F24-ACBE-4BB4-A93B-6C276B0AEAC2}" type="pres">
      <dgm:prSet presAssocID="{181DBC06-B246-44B3-8848-9AD633BCF0E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E582725-167E-40C5-80E8-F904EA74DE30}" type="pres">
      <dgm:prSet presAssocID="{181DBC06-B246-44B3-8848-9AD633BCF0EF}" presName="descendantText" presStyleLbl="alignAcc1" presStyleIdx="1" presStyleCnt="3">
        <dgm:presLayoutVars>
          <dgm:bulletEnabled val="1"/>
        </dgm:presLayoutVars>
      </dgm:prSet>
      <dgm:spPr/>
    </dgm:pt>
    <dgm:pt modelId="{AECAF407-1B3E-4F86-BB01-499B554D7128}" type="pres">
      <dgm:prSet presAssocID="{58A24197-2AFE-4707-B280-EA294869B2D2}" presName="sp" presStyleCnt="0"/>
      <dgm:spPr/>
    </dgm:pt>
    <dgm:pt modelId="{0B7A85F8-0124-436B-B96E-36CD254ED999}" type="pres">
      <dgm:prSet presAssocID="{03EF29CA-BA35-4F96-A7A9-10120C34F2F1}" presName="composite" presStyleCnt="0"/>
      <dgm:spPr/>
    </dgm:pt>
    <dgm:pt modelId="{9BAEA51C-C2EA-45FC-8744-AA4F667CA566}" type="pres">
      <dgm:prSet presAssocID="{03EF29CA-BA35-4F96-A7A9-10120C34F2F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32BF3F7-0407-4EA8-9E60-78F7206AA193}" type="pres">
      <dgm:prSet presAssocID="{03EF29CA-BA35-4F96-A7A9-10120C34F2F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9BF0902-E63D-4238-966A-C337C49DB932}" srcId="{181DBC06-B246-44B3-8848-9AD633BCF0EF}" destId="{A9A5C2AF-05CB-49D8-9486-ACC8009C8EE1}" srcOrd="1" destOrd="0" parTransId="{6CA0443B-2F0B-4675-94B5-8D8E5D984768}" sibTransId="{83696058-2515-4FEE-9316-B52079E61D61}"/>
    <dgm:cxn modelId="{1C49DC02-DD0D-450B-8044-EA0810247A07}" type="presOf" srcId="{9B36166D-F14A-4BE3-8C0E-9DA51D7F9BBF}" destId="{332BF3F7-0407-4EA8-9E60-78F7206AA193}" srcOrd="0" destOrd="0" presId="urn:microsoft.com/office/officeart/2005/8/layout/chevron2"/>
    <dgm:cxn modelId="{5C885103-ECBB-4782-8654-28F43BEC6917}" srcId="{A2F82A18-EE36-478B-9A67-5C10AC8F386F}" destId="{A4D0998A-2DEF-4C06-AC16-3A8D892EA80B}" srcOrd="0" destOrd="0" parTransId="{7E1FC02F-4DC9-4B0B-A883-26FA6B24FF04}" sibTransId="{A4C5E960-A11E-450A-808E-94F3A2D296D0}"/>
    <dgm:cxn modelId="{19D31021-BC23-4F85-A48E-13718BA69D81}" type="presOf" srcId="{8C774945-358A-4A1E-A45C-AB6957CC6EAC}" destId="{332BF3F7-0407-4EA8-9E60-78F7206AA193}" srcOrd="0" destOrd="1" presId="urn:microsoft.com/office/officeart/2005/8/layout/chevron2"/>
    <dgm:cxn modelId="{94A5983A-ED3C-4C5B-82F8-CEE74EC18F88}" srcId="{03EF29CA-BA35-4F96-A7A9-10120C34F2F1}" destId="{9B36166D-F14A-4BE3-8C0E-9DA51D7F9BBF}" srcOrd="0" destOrd="0" parTransId="{13DF3BCC-5A5B-471C-8F7C-84BE2F5452D2}" sibTransId="{0865BD88-C695-4263-9490-AD839AB4DF83}"/>
    <dgm:cxn modelId="{2EC28E55-6901-49FF-8F52-CBD448B3BD5E}" srcId="{A2F82A18-EE36-478B-9A67-5C10AC8F386F}" destId="{4EF6F22F-44C6-469D-BC6F-E90BC5E4A8AE}" srcOrd="1" destOrd="0" parTransId="{43E1FF30-77E4-4144-8FC6-4C491CFB6154}" sibTransId="{EC220581-B96C-4E40-8D56-4CF345494405}"/>
    <dgm:cxn modelId="{DFCAE36E-68C7-4027-8E0F-75019682D3CF}" srcId="{20EE405A-D7FB-41DC-955B-AA8C65FE16D8}" destId="{181DBC06-B246-44B3-8848-9AD633BCF0EF}" srcOrd="1" destOrd="0" parTransId="{949E9598-44B5-4C93-A2A3-0E90234FD441}" sibTransId="{58A24197-2AFE-4707-B280-EA294869B2D2}"/>
    <dgm:cxn modelId="{DC3EF973-CC53-43B7-9F51-F03C936F7EF7}" type="presOf" srcId="{A2F82A18-EE36-478B-9A67-5C10AC8F386F}" destId="{25B5E06F-AEB0-4CC4-897A-2614011EA2A3}" srcOrd="0" destOrd="0" presId="urn:microsoft.com/office/officeart/2005/8/layout/chevron2"/>
    <dgm:cxn modelId="{1AAAC089-751F-4713-9D74-52AC36C340E3}" type="presOf" srcId="{181DBC06-B246-44B3-8848-9AD633BCF0EF}" destId="{30518F24-ACBE-4BB4-A93B-6C276B0AEAC2}" srcOrd="0" destOrd="0" presId="urn:microsoft.com/office/officeart/2005/8/layout/chevron2"/>
    <dgm:cxn modelId="{3C21FF8E-5810-4657-8244-EFBE1699F512}" srcId="{181DBC06-B246-44B3-8848-9AD633BCF0EF}" destId="{6E6D3C03-56B5-4C59-8B41-05D71F66A33F}" srcOrd="0" destOrd="0" parTransId="{8E2DF742-8C65-449C-9407-8B696474E9E1}" sibTransId="{0D61C30D-2B47-4EEC-B851-F94DA8330CC6}"/>
    <dgm:cxn modelId="{9AA30899-72ED-4859-BC3A-5083B1204843}" type="presOf" srcId="{6E6D3C03-56B5-4C59-8B41-05D71F66A33F}" destId="{4E582725-167E-40C5-80E8-F904EA74DE30}" srcOrd="0" destOrd="0" presId="urn:microsoft.com/office/officeart/2005/8/layout/chevron2"/>
    <dgm:cxn modelId="{16D7A79E-202F-40E0-8617-D4240457DE10}" type="presOf" srcId="{20EE405A-D7FB-41DC-955B-AA8C65FE16D8}" destId="{13BD28C5-5E81-4ACE-93DB-EA902C1C592E}" srcOrd="0" destOrd="0" presId="urn:microsoft.com/office/officeart/2005/8/layout/chevron2"/>
    <dgm:cxn modelId="{000D66A4-FDB4-4E48-B793-812793E26191}" type="presOf" srcId="{4EF6F22F-44C6-469D-BC6F-E90BC5E4A8AE}" destId="{9E7D83B3-2E1B-4488-A055-B120AA1E4D82}" srcOrd="0" destOrd="1" presId="urn:microsoft.com/office/officeart/2005/8/layout/chevron2"/>
    <dgm:cxn modelId="{57539FA6-07E4-470C-BF29-FDA13B261422}" type="presOf" srcId="{A9A5C2AF-05CB-49D8-9486-ACC8009C8EE1}" destId="{4E582725-167E-40C5-80E8-F904EA74DE30}" srcOrd="0" destOrd="1" presId="urn:microsoft.com/office/officeart/2005/8/layout/chevron2"/>
    <dgm:cxn modelId="{E32ABCAC-1AEF-4966-ACA7-21323EF5FA95}" srcId="{20EE405A-D7FB-41DC-955B-AA8C65FE16D8}" destId="{03EF29CA-BA35-4F96-A7A9-10120C34F2F1}" srcOrd="2" destOrd="0" parTransId="{F54CB675-D0CF-435B-B173-D7672678EA28}" sibTransId="{861A0332-FD87-419F-B01E-DEEED6692666}"/>
    <dgm:cxn modelId="{B72B51B0-B57B-4BF9-8773-0DBB99936C17}" srcId="{03EF29CA-BA35-4F96-A7A9-10120C34F2F1}" destId="{8C774945-358A-4A1E-A45C-AB6957CC6EAC}" srcOrd="1" destOrd="0" parTransId="{F72E1614-B3E9-4B3D-BBB5-B846A9D389FA}" sibTransId="{9F2EC4EA-AAE3-48AA-972A-79F2C589B41A}"/>
    <dgm:cxn modelId="{9D500DB5-23EC-45DF-AE10-8E9834AC4459}" type="presOf" srcId="{03EF29CA-BA35-4F96-A7A9-10120C34F2F1}" destId="{9BAEA51C-C2EA-45FC-8744-AA4F667CA566}" srcOrd="0" destOrd="0" presId="urn:microsoft.com/office/officeart/2005/8/layout/chevron2"/>
    <dgm:cxn modelId="{555DCDEC-A7BE-4943-9EF3-398B3FD6D99F}" type="presOf" srcId="{A4D0998A-2DEF-4C06-AC16-3A8D892EA80B}" destId="{9E7D83B3-2E1B-4488-A055-B120AA1E4D82}" srcOrd="0" destOrd="0" presId="urn:microsoft.com/office/officeart/2005/8/layout/chevron2"/>
    <dgm:cxn modelId="{7D9CF6F2-8045-428A-BA55-B8B299EA2AA3}" srcId="{20EE405A-D7FB-41DC-955B-AA8C65FE16D8}" destId="{A2F82A18-EE36-478B-9A67-5C10AC8F386F}" srcOrd="0" destOrd="0" parTransId="{482868B3-B81E-4138-BB03-4490CFB6FA8C}" sibTransId="{7D05F3F2-2229-4D5E-A29D-2A3A73A082BD}"/>
    <dgm:cxn modelId="{DC643BD0-1DB4-45B8-A5C2-19907FE82BEA}" type="presParOf" srcId="{13BD28C5-5E81-4ACE-93DB-EA902C1C592E}" destId="{189ACAA0-2585-4516-8BD3-028F982FACD6}" srcOrd="0" destOrd="0" presId="urn:microsoft.com/office/officeart/2005/8/layout/chevron2"/>
    <dgm:cxn modelId="{A94A3260-170C-4DA6-BCCC-D2C07BC5AE57}" type="presParOf" srcId="{189ACAA0-2585-4516-8BD3-028F982FACD6}" destId="{25B5E06F-AEB0-4CC4-897A-2614011EA2A3}" srcOrd="0" destOrd="0" presId="urn:microsoft.com/office/officeart/2005/8/layout/chevron2"/>
    <dgm:cxn modelId="{DCF62130-AC55-4D50-806D-22B541F1F053}" type="presParOf" srcId="{189ACAA0-2585-4516-8BD3-028F982FACD6}" destId="{9E7D83B3-2E1B-4488-A055-B120AA1E4D82}" srcOrd="1" destOrd="0" presId="urn:microsoft.com/office/officeart/2005/8/layout/chevron2"/>
    <dgm:cxn modelId="{5AE4CE40-BD90-4BD3-9763-8C5FCE204559}" type="presParOf" srcId="{13BD28C5-5E81-4ACE-93DB-EA902C1C592E}" destId="{5FA03892-8D31-41CE-890A-C7B177E193C9}" srcOrd="1" destOrd="0" presId="urn:microsoft.com/office/officeart/2005/8/layout/chevron2"/>
    <dgm:cxn modelId="{054BFF44-BB4A-4DA9-BD39-CA6356175DF9}" type="presParOf" srcId="{13BD28C5-5E81-4ACE-93DB-EA902C1C592E}" destId="{B81DF600-58BC-47E5-972B-D8846C6AC0FA}" srcOrd="2" destOrd="0" presId="urn:microsoft.com/office/officeart/2005/8/layout/chevron2"/>
    <dgm:cxn modelId="{E6131C7F-7CC1-4882-B132-2A87D60A9D9F}" type="presParOf" srcId="{B81DF600-58BC-47E5-972B-D8846C6AC0FA}" destId="{30518F24-ACBE-4BB4-A93B-6C276B0AEAC2}" srcOrd="0" destOrd="0" presId="urn:microsoft.com/office/officeart/2005/8/layout/chevron2"/>
    <dgm:cxn modelId="{182F6E22-1558-4F79-823E-D2647F7091FD}" type="presParOf" srcId="{B81DF600-58BC-47E5-972B-D8846C6AC0FA}" destId="{4E582725-167E-40C5-80E8-F904EA74DE30}" srcOrd="1" destOrd="0" presId="urn:microsoft.com/office/officeart/2005/8/layout/chevron2"/>
    <dgm:cxn modelId="{B6B5F005-4B77-4098-B795-21F709B35C03}" type="presParOf" srcId="{13BD28C5-5E81-4ACE-93DB-EA902C1C592E}" destId="{AECAF407-1B3E-4F86-BB01-499B554D7128}" srcOrd="3" destOrd="0" presId="urn:microsoft.com/office/officeart/2005/8/layout/chevron2"/>
    <dgm:cxn modelId="{955D37B2-A504-49DF-BA81-6DF72F76538F}" type="presParOf" srcId="{13BD28C5-5E81-4ACE-93DB-EA902C1C592E}" destId="{0B7A85F8-0124-436B-B96E-36CD254ED999}" srcOrd="4" destOrd="0" presId="urn:microsoft.com/office/officeart/2005/8/layout/chevron2"/>
    <dgm:cxn modelId="{2E9F82C4-4FAE-4E61-88DF-6347DBF10A72}" type="presParOf" srcId="{0B7A85F8-0124-436B-B96E-36CD254ED999}" destId="{9BAEA51C-C2EA-45FC-8744-AA4F667CA566}" srcOrd="0" destOrd="0" presId="urn:microsoft.com/office/officeart/2005/8/layout/chevron2"/>
    <dgm:cxn modelId="{50124D1D-4EA6-4555-AC32-C3A3F8DB491E}" type="presParOf" srcId="{0B7A85F8-0124-436B-B96E-36CD254ED999}" destId="{332BF3F7-0407-4EA8-9E60-78F7206AA19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A9C960-2407-4072-B759-A511EA5B17B5}">
      <dsp:nvSpPr>
        <dsp:cNvPr id="0" name=""/>
        <dsp:cNvSpPr/>
      </dsp:nvSpPr>
      <dsp:spPr>
        <a:xfrm>
          <a:off x="0" y="1692143"/>
          <a:ext cx="5257800" cy="957600"/>
        </a:xfrm>
        <a:prstGeom prst="rect">
          <a:avLst/>
        </a:prstGeom>
        <a:solidFill>
          <a:schemeClr val="tx1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 val="8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7264F-9651-411E-9159-99FE356F17D8}">
      <dsp:nvSpPr>
        <dsp:cNvPr id="0" name=""/>
        <dsp:cNvSpPr/>
      </dsp:nvSpPr>
      <dsp:spPr>
        <a:xfrm>
          <a:off x="262890" y="1131263"/>
          <a:ext cx="3680460" cy="1121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Prajyot Suvarna</a:t>
          </a:r>
        </a:p>
      </dsp:txBody>
      <dsp:txXfrm>
        <a:off x="317650" y="1186023"/>
        <a:ext cx="3570940" cy="1012240"/>
      </dsp:txXfrm>
    </dsp:sp>
    <dsp:sp modelId="{FACA7B99-8E28-41FE-BD49-C0D29709D0F9}">
      <dsp:nvSpPr>
        <dsp:cNvPr id="0" name=""/>
        <dsp:cNvSpPr/>
      </dsp:nvSpPr>
      <dsp:spPr>
        <a:xfrm>
          <a:off x="0" y="3415824"/>
          <a:ext cx="5257800" cy="957600"/>
        </a:xfrm>
        <a:prstGeom prst="rect">
          <a:avLst/>
        </a:prstGeom>
        <a:solidFill>
          <a:schemeClr val="tx1">
            <a:alpha val="9000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8631C-7648-4AB5-8D2F-41E55310CA8D}">
      <dsp:nvSpPr>
        <dsp:cNvPr id="0" name=""/>
        <dsp:cNvSpPr/>
      </dsp:nvSpPr>
      <dsp:spPr>
        <a:xfrm>
          <a:off x="262890" y="2854943"/>
          <a:ext cx="3680460" cy="11217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Sujith Umapathy</a:t>
          </a:r>
          <a:endParaRPr lang="en-US" sz="3800" kern="1200" dirty="0"/>
        </a:p>
      </dsp:txBody>
      <dsp:txXfrm>
        <a:off x="317650" y="2909703"/>
        <a:ext cx="3570940" cy="1012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49BD4-C54B-4467-B7AF-01CA68D6E0D6}">
      <dsp:nvSpPr>
        <dsp:cNvPr id="0" name=""/>
        <dsp:cNvSpPr/>
      </dsp:nvSpPr>
      <dsp:spPr>
        <a:xfrm>
          <a:off x="6115" y="1139485"/>
          <a:ext cx="2135143" cy="291201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Build A Data Bank</a:t>
          </a:r>
          <a:endParaRPr lang="en-IN" sz="1600" b="1" kern="1200" dirty="0">
            <a:solidFill>
              <a:schemeClr val="tx1"/>
            </a:solidFill>
          </a:endParaRPr>
        </a:p>
      </dsp:txBody>
      <dsp:txXfrm rot="16200000">
        <a:off x="-974294" y="2119895"/>
        <a:ext cx="2387848" cy="427028"/>
      </dsp:txXfrm>
    </dsp:sp>
    <dsp:sp modelId="{0BA9E79A-F822-47E5-8079-8CAFA835E005}">
      <dsp:nvSpPr>
        <dsp:cNvPr id="0" name=""/>
        <dsp:cNvSpPr/>
      </dsp:nvSpPr>
      <dsp:spPr>
        <a:xfrm>
          <a:off x="433144" y="1139485"/>
          <a:ext cx="1590681" cy="291201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Formulate a data bank of words with their complexity level (based on CERF)</a:t>
          </a:r>
          <a:endParaRPr lang="en-IN" sz="2000" i="1" kern="1200" dirty="0"/>
        </a:p>
      </dsp:txBody>
      <dsp:txXfrm>
        <a:off x="433144" y="1139485"/>
        <a:ext cx="1590681" cy="2912010"/>
      </dsp:txXfrm>
    </dsp:sp>
    <dsp:sp modelId="{163A1616-8EDB-4BE2-9595-584D2536E1D0}">
      <dsp:nvSpPr>
        <dsp:cNvPr id="0" name=""/>
        <dsp:cNvSpPr/>
      </dsp:nvSpPr>
      <dsp:spPr>
        <a:xfrm>
          <a:off x="2215989" y="1139485"/>
          <a:ext cx="2135143" cy="291201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Identify complex words</a:t>
          </a:r>
          <a:endParaRPr lang="en-IN" sz="1600" b="1" kern="1200" dirty="0">
            <a:solidFill>
              <a:schemeClr val="tx1"/>
            </a:solidFill>
          </a:endParaRPr>
        </a:p>
      </dsp:txBody>
      <dsp:txXfrm rot="16200000">
        <a:off x="1235578" y="2119895"/>
        <a:ext cx="2387848" cy="427028"/>
      </dsp:txXfrm>
    </dsp:sp>
    <dsp:sp modelId="{96608D3D-460C-4EA3-B4F5-2B8BD428659D}">
      <dsp:nvSpPr>
        <dsp:cNvPr id="0" name=""/>
        <dsp:cNvSpPr/>
      </dsp:nvSpPr>
      <dsp:spPr>
        <a:xfrm rot="5400000">
          <a:off x="2038314" y="3176768"/>
          <a:ext cx="376700" cy="32027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40E43-BEA1-4429-BB83-10D081CE9403}">
      <dsp:nvSpPr>
        <dsp:cNvPr id="0" name=""/>
        <dsp:cNvSpPr/>
      </dsp:nvSpPr>
      <dsp:spPr>
        <a:xfrm>
          <a:off x="2643017" y="1139485"/>
          <a:ext cx="1590681" cy="291201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We identify the complex words in a page using the data bank</a:t>
          </a:r>
          <a:endParaRPr lang="en-IN" sz="2000" i="1" kern="1200" dirty="0"/>
        </a:p>
      </dsp:txBody>
      <dsp:txXfrm>
        <a:off x="2643017" y="1139485"/>
        <a:ext cx="1590681" cy="2912010"/>
      </dsp:txXfrm>
    </dsp:sp>
    <dsp:sp modelId="{FB2529FC-1E9E-402E-A016-456D73FBC26D}">
      <dsp:nvSpPr>
        <dsp:cNvPr id="0" name=""/>
        <dsp:cNvSpPr/>
      </dsp:nvSpPr>
      <dsp:spPr>
        <a:xfrm>
          <a:off x="4425862" y="1139485"/>
          <a:ext cx="2135143" cy="2940143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Find the synonyms</a:t>
          </a:r>
          <a:r>
            <a:rPr lang="en-US" sz="1800" b="1" kern="1200" dirty="0">
              <a:solidFill>
                <a:schemeClr val="tx1"/>
              </a:solidFill>
            </a:rPr>
            <a:t> </a:t>
          </a:r>
          <a:endParaRPr lang="en-IN" sz="1800" b="1" kern="1200" dirty="0">
            <a:solidFill>
              <a:schemeClr val="tx1"/>
            </a:solidFill>
          </a:endParaRPr>
        </a:p>
      </dsp:txBody>
      <dsp:txXfrm rot="16200000">
        <a:off x="3433917" y="2131429"/>
        <a:ext cx="2410917" cy="427028"/>
      </dsp:txXfrm>
    </dsp:sp>
    <dsp:sp modelId="{10C7A2F9-5B85-4DAA-BE7F-20113DDB5AA5}">
      <dsp:nvSpPr>
        <dsp:cNvPr id="0" name=""/>
        <dsp:cNvSpPr/>
      </dsp:nvSpPr>
      <dsp:spPr>
        <a:xfrm rot="5400000">
          <a:off x="4248187" y="3176768"/>
          <a:ext cx="376700" cy="32027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6B5DD-6CF3-439A-9A10-AE182E42FF20}">
      <dsp:nvSpPr>
        <dsp:cNvPr id="0" name=""/>
        <dsp:cNvSpPr/>
      </dsp:nvSpPr>
      <dsp:spPr>
        <a:xfrm>
          <a:off x="4852891" y="1139485"/>
          <a:ext cx="1590681" cy="29401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Find the synonym using web scraping</a:t>
          </a:r>
          <a:endParaRPr lang="en-IN" sz="2000" i="1" kern="1200" dirty="0"/>
        </a:p>
      </dsp:txBody>
      <dsp:txXfrm>
        <a:off x="4852891" y="1139485"/>
        <a:ext cx="1590681" cy="2940143"/>
      </dsp:txXfrm>
    </dsp:sp>
    <dsp:sp modelId="{92BC5990-EF2C-4283-B685-551E8A7F3F6C}">
      <dsp:nvSpPr>
        <dsp:cNvPr id="0" name=""/>
        <dsp:cNvSpPr/>
      </dsp:nvSpPr>
      <dsp:spPr>
        <a:xfrm>
          <a:off x="6635735" y="1139485"/>
          <a:ext cx="2135143" cy="291201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Check sentence integrity</a:t>
          </a:r>
          <a:endParaRPr lang="en-IN" sz="1600" b="1" kern="1200" dirty="0">
            <a:solidFill>
              <a:schemeClr val="tx1"/>
            </a:solidFill>
          </a:endParaRPr>
        </a:p>
      </dsp:txBody>
      <dsp:txXfrm rot="16200000">
        <a:off x="5655325" y="2119895"/>
        <a:ext cx="2387848" cy="427028"/>
      </dsp:txXfrm>
    </dsp:sp>
    <dsp:sp modelId="{E48E41AD-FCBA-4AF7-9695-B08DEA2D62A4}">
      <dsp:nvSpPr>
        <dsp:cNvPr id="0" name=""/>
        <dsp:cNvSpPr/>
      </dsp:nvSpPr>
      <dsp:spPr>
        <a:xfrm rot="5400000">
          <a:off x="6458061" y="3176768"/>
          <a:ext cx="376700" cy="32027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AA784-1C29-4836-9CA2-CFACBA037557}">
      <dsp:nvSpPr>
        <dsp:cNvPr id="0" name=""/>
        <dsp:cNvSpPr/>
      </dsp:nvSpPr>
      <dsp:spPr>
        <a:xfrm>
          <a:off x="7062764" y="1139485"/>
          <a:ext cx="1590681" cy="291201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We use NLTK modals to verify the sentence integrity </a:t>
          </a:r>
          <a:endParaRPr lang="en-IN" sz="2000" i="1" kern="1200" dirty="0"/>
        </a:p>
      </dsp:txBody>
      <dsp:txXfrm>
        <a:off x="7062764" y="1139485"/>
        <a:ext cx="1590681" cy="2912010"/>
      </dsp:txXfrm>
    </dsp:sp>
    <dsp:sp modelId="{AA02DC67-AF56-4672-9231-F8B754E90F36}">
      <dsp:nvSpPr>
        <dsp:cNvPr id="0" name=""/>
        <dsp:cNvSpPr/>
      </dsp:nvSpPr>
      <dsp:spPr>
        <a:xfrm>
          <a:off x="8845608" y="1139485"/>
          <a:ext cx="2135143" cy="2940143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Generate a new page</a:t>
          </a:r>
          <a:endParaRPr lang="en-IN" sz="1600" b="1" kern="1200" dirty="0">
            <a:solidFill>
              <a:schemeClr val="tx1"/>
            </a:solidFill>
          </a:endParaRPr>
        </a:p>
      </dsp:txBody>
      <dsp:txXfrm rot="16200000">
        <a:off x="7853664" y="2131429"/>
        <a:ext cx="2410917" cy="427028"/>
      </dsp:txXfrm>
    </dsp:sp>
    <dsp:sp modelId="{5844A817-4B45-4C24-AD4D-BCDD9C011B65}">
      <dsp:nvSpPr>
        <dsp:cNvPr id="0" name=""/>
        <dsp:cNvSpPr/>
      </dsp:nvSpPr>
      <dsp:spPr>
        <a:xfrm rot="5400000">
          <a:off x="8667934" y="3176768"/>
          <a:ext cx="376700" cy="32027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01B601-EE97-40CA-92FD-7F2B79991C18}">
      <dsp:nvSpPr>
        <dsp:cNvPr id="0" name=""/>
        <dsp:cNvSpPr/>
      </dsp:nvSpPr>
      <dsp:spPr>
        <a:xfrm>
          <a:off x="9272637" y="1139485"/>
          <a:ext cx="1590681" cy="29401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Generate a new page with simplified words</a:t>
          </a:r>
          <a:endParaRPr lang="en-IN" sz="2000" i="1" kern="1200" dirty="0"/>
        </a:p>
      </dsp:txBody>
      <dsp:txXfrm>
        <a:off x="9272637" y="1139485"/>
        <a:ext cx="1590681" cy="2940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9F354-97E3-4E52-A43B-445544013FA8}">
      <dsp:nvSpPr>
        <dsp:cNvPr id="0" name=""/>
        <dsp:cNvSpPr/>
      </dsp:nvSpPr>
      <dsp:spPr>
        <a:xfrm>
          <a:off x="2697516" y="1331376"/>
          <a:ext cx="5885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859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76335" y="1374000"/>
        <a:ext cx="30959" cy="6191"/>
      </dsp:txXfrm>
    </dsp:sp>
    <dsp:sp modelId="{4576B146-B24E-46C3-B606-B9BFCD484A0A}">
      <dsp:nvSpPr>
        <dsp:cNvPr id="0" name=""/>
        <dsp:cNvSpPr/>
      </dsp:nvSpPr>
      <dsp:spPr>
        <a:xfrm>
          <a:off x="7151" y="569447"/>
          <a:ext cx="2692165" cy="161529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Teachers Word Level Survey of  Common Words</a:t>
          </a:r>
          <a:endParaRPr lang="en-IN" sz="2100" kern="1200" dirty="0"/>
        </a:p>
      </dsp:txBody>
      <dsp:txXfrm>
        <a:off x="7151" y="569447"/>
        <a:ext cx="2692165" cy="1615299"/>
      </dsp:txXfrm>
    </dsp:sp>
    <dsp:sp modelId="{118A0684-4B32-4988-86DA-0B8A3FEFABB4}">
      <dsp:nvSpPr>
        <dsp:cNvPr id="0" name=""/>
        <dsp:cNvSpPr/>
      </dsp:nvSpPr>
      <dsp:spPr>
        <a:xfrm>
          <a:off x="6008880" y="1331376"/>
          <a:ext cx="5885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8597" y="45720"/>
              </a:lnTo>
            </a:path>
          </a:pathLst>
        </a:custGeom>
        <a:noFill/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287699" y="1374000"/>
        <a:ext cx="30959" cy="6191"/>
      </dsp:txXfrm>
    </dsp:sp>
    <dsp:sp modelId="{3DCA7115-8B6B-465B-BEF8-FC157947EAE8}">
      <dsp:nvSpPr>
        <dsp:cNvPr id="0" name=""/>
        <dsp:cNvSpPr/>
      </dsp:nvSpPr>
      <dsp:spPr>
        <a:xfrm>
          <a:off x="3318514" y="569447"/>
          <a:ext cx="2692165" cy="1615299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Web Scrapping ‘English Profile.com’ for Commonly used words</a:t>
          </a:r>
          <a:endParaRPr lang="en-IN" sz="2100" kern="1200" dirty="0"/>
        </a:p>
      </dsp:txBody>
      <dsp:txXfrm>
        <a:off x="3318514" y="569447"/>
        <a:ext cx="2692165" cy="1615299"/>
      </dsp:txXfrm>
    </dsp:sp>
    <dsp:sp modelId="{F3DCE3EC-2DE0-4825-9656-F8B501526F8B}">
      <dsp:nvSpPr>
        <dsp:cNvPr id="0" name=""/>
        <dsp:cNvSpPr/>
      </dsp:nvSpPr>
      <dsp:spPr>
        <a:xfrm>
          <a:off x="1353234" y="2182946"/>
          <a:ext cx="6622726" cy="588597"/>
        </a:xfrm>
        <a:custGeom>
          <a:avLst/>
          <a:gdLst/>
          <a:ahLst/>
          <a:cxnLst/>
          <a:rect l="0" t="0" r="0" b="0"/>
          <a:pathLst>
            <a:path>
              <a:moveTo>
                <a:pt x="6622726" y="0"/>
              </a:moveTo>
              <a:lnTo>
                <a:pt x="6622726" y="311398"/>
              </a:lnTo>
              <a:lnTo>
                <a:pt x="0" y="311398"/>
              </a:lnTo>
              <a:lnTo>
                <a:pt x="0" y="588597"/>
              </a:lnTo>
            </a:path>
          </a:pathLst>
        </a:custGeom>
        <a:noFill/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498307" y="2474149"/>
        <a:ext cx="332580" cy="6191"/>
      </dsp:txXfrm>
    </dsp:sp>
    <dsp:sp modelId="{FA677C22-9C19-49D6-AA8B-F8049331C4DC}">
      <dsp:nvSpPr>
        <dsp:cNvPr id="0" name=""/>
        <dsp:cNvSpPr/>
      </dsp:nvSpPr>
      <dsp:spPr>
        <a:xfrm>
          <a:off x="6629878" y="569447"/>
          <a:ext cx="2692165" cy="1615299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Combining the previous 2 databanks and removing of redundant data</a:t>
          </a:r>
          <a:endParaRPr lang="en-IN" sz="2100" kern="1200" dirty="0"/>
        </a:p>
      </dsp:txBody>
      <dsp:txXfrm>
        <a:off x="6629878" y="569447"/>
        <a:ext cx="2692165" cy="1615299"/>
      </dsp:txXfrm>
    </dsp:sp>
    <dsp:sp modelId="{A3A803AC-970D-44BD-B3D5-03991617B507}">
      <dsp:nvSpPr>
        <dsp:cNvPr id="0" name=""/>
        <dsp:cNvSpPr/>
      </dsp:nvSpPr>
      <dsp:spPr>
        <a:xfrm>
          <a:off x="2697516" y="3565874"/>
          <a:ext cx="5885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8597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76335" y="3608498"/>
        <a:ext cx="30959" cy="6191"/>
      </dsp:txXfrm>
    </dsp:sp>
    <dsp:sp modelId="{97577406-E2E3-429A-BD36-3FF5CCB268D6}">
      <dsp:nvSpPr>
        <dsp:cNvPr id="0" name=""/>
        <dsp:cNvSpPr/>
      </dsp:nvSpPr>
      <dsp:spPr>
        <a:xfrm>
          <a:off x="7151" y="2803944"/>
          <a:ext cx="2692165" cy="1615299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Creating a .csv of the Word data bank</a:t>
          </a:r>
          <a:endParaRPr lang="en-IN" sz="2100" kern="1200" dirty="0"/>
        </a:p>
      </dsp:txBody>
      <dsp:txXfrm>
        <a:off x="7151" y="2803944"/>
        <a:ext cx="2692165" cy="1615299"/>
      </dsp:txXfrm>
    </dsp:sp>
    <dsp:sp modelId="{7C567455-5FDA-4F75-AFA2-1C4DD322DDFE}">
      <dsp:nvSpPr>
        <dsp:cNvPr id="0" name=""/>
        <dsp:cNvSpPr/>
      </dsp:nvSpPr>
      <dsp:spPr>
        <a:xfrm>
          <a:off x="3318514" y="2803944"/>
          <a:ext cx="2692165" cy="1615299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.csv -&gt; .json</a:t>
          </a:r>
          <a:endParaRPr lang="en-IN" sz="2100" kern="1200" dirty="0"/>
        </a:p>
      </dsp:txBody>
      <dsp:txXfrm>
        <a:off x="3318514" y="2803944"/>
        <a:ext cx="2692165" cy="1615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5FD5C-A52F-4822-A51E-47CDCD4E3371}">
      <dsp:nvSpPr>
        <dsp:cNvPr id="0" name=""/>
        <dsp:cNvSpPr/>
      </dsp:nvSpPr>
      <dsp:spPr>
        <a:xfrm>
          <a:off x="2688958" y="1452335"/>
          <a:ext cx="5866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6634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66844" y="1494969"/>
        <a:ext cx="30861" cy="6172"/>
      </dsp:txXfrm>
    </dsp:sp>
    <dsp:sp modelId="{C5CD658E-4A6A-4AC5-AB83-F08FCAB0EDA9}">
      <dsp:nvSpPr>
        <dsp:cNvPr id="0" name=""/>
        <dsp:cNvSpPr/>
      </dsp:nvSpPr>
      <dsp:spPr>
        <a:xfrm>
          <a:off x="7129" y="692966"/>
          <a:ext cx="2683629" cy="16101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Scraping ‘Thesaurus.com’ </a:t>
          </a:r>
          <a:endParaRPr lang="en-IN" sz="2600" kern="1200" dirty="0"/>
        </a:p>
      </dsp:txBody>
      <dsp:txXfrm>
        <a:off x="7129" y="692966"/>
        <a:ext cx="2683629" cy="1610177"/>
      </dsp:txXfrm>
    </dsp:sp>
    <dsp:sp modelId="{DE32E3B2-2728-4768-AFF6-F8416A9E0673}">
      <dsp:nvSpPr>
        <dsp:cNvPr id="0" name=""/>
        <dsp:cNvSpPr/>
      </dsp:nvSpPr>
      <dsp:spPr>
        <a:xfrm>
          <a:off x="5989822" y="1452335"/>
          <a:ext cx="5866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6634" y="45720"/>
              </a:lnTo>
            </a:path>
          </a:pathLst>
        </a:custGeom>
        <a:noFill/>
        <a:ln w="6350" cap="flat" cmpd="sng" algn="ctr">
          <a:solidFill>
            <a:schemeClr val="accent4">
              <a:hueOff val="2450223"/>
              <a:satOff val="-10194"/>
              <a:lumOff val="2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267708" y="1494969"/>
        <a:ext cx="30861" cy="6172"/>
      </dsp:txXfrm>
    </dsp:sp>
    <dsp:sp modelId="{27143620-DB8D-4B34-9254-350005FD50BB}">
      <dsp:nvSpPr>
        <dsp:cNvPr id="0" name=""/>
        <dsp:cNvSpPr/>
      </dsp:nvSpPr>
      <dsp:spPr>
        <a:xfrm>
          <a:off x="3307992" y="692966"/>
          <a:ext cx="2683629" cy="1610177"/>
        </a:xfrm>
        <a:prstGeom prst="rect">
          <a:avLst/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Scraping ‘Synonym.com’</a:t>
          </a:r>
          <a:endParaRPr lang="en-IN" sz="2600" kern="1200" dirty="0"/>
        </a:p>
      </dsp:txBody>
      <dsp:txXfrm>
        <a:off x="3307992" y="692966"/>
        <a:ext cx="2683629" cy="1610177"/>
      </dsp:txXfrm>
    </dsp:sp>
    <dsp:sp modelId="{B61CFA61-752D-464A-8A7C-7D6C833C71F9}">
      <dsp:nvSpPr>
        <dsp:cNvPr id="0" name=""/>
        <dsp:cNvSpPr/>
      </dsp:nvSpPr>
      <dsp:spPr>
        <a:xfrm>
          <a:off x="1348943" y="2301344"/>
          <a:ext cx="6601727" cy="586634"/>
        </a:xfrm>
        <a:custGeom>
          <a:avLst/>
          <a:gdLst/>
          <a:ahLst/>
          <a:cxnLst/>
          <a:rect l="0" t="0" r="0" b="0"/>
          <a:pathLst>
            <a:path>
              <a:moveTo>
                <a:pt x="6601727" y="0"/>
              </a:moveTo>
              <a:lnTo>
                <a:pt x="6601727" y="310417"/>
              </a:lnTo>
              <a:lnTo>
                <a:pt x="0" y="310417"/>
              </a:lnTo>
              <a:lnTo>
                <a:pt x="0" y="586634"/>
              </a:lnTo>
            </a:path>
          </a:pathLst>
        </a:custGeom>
        <a:noFill/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484044" y="2591575"/>
        <a:ext cx="331525" cy="6172"/>
      </dsp:txXfrm>
    </dsp:sp>
    <dsp:sp modelId="{1DEE61E4-8CBE-4820-BED2-A565943FFDD7}">
      <dsp:nvSpPr>
        <dsp:cNvPr id="0" name=""/>
        <dsp:cNvSpPr/>
      </dsp:nvSpPr>
      <dsp:spPr>
        <a:xfrm>
          <a:off x="6608856" y="692966"/>
          <a:ext cx="2683629" cy="1610177"/>
        </a:xfrm>
        <a:prstGeom prst="rect">
          <a:avLst/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Unifying the data </a:t>
          </a:r>
          <a:endParaRPr lang="en-IN" sz="2600" kern="1200" dirty="0"/>
        </a:p>
      </dsp:txBody>
      <dsp:txXfrm>
        <a:off x="6608856" y="692966"/>
        <a:ext cx="2683629" cy="1610177"/>
      </dsp:txXfrm>
    </dsp:sp>
    <dsp:sp modelId="{9737D54C-F656-41C0-A136-F2F4AA1E2968}">
      <dsp:nvSpPr>
        <dsp:cNvPr id="0" name=""/>
        <dsp:cNvSpPr/>
      </dsp:nvSpPr>
      <dsp:spPr>
        <a:xfrm>
          <a:off x="2688958" y="3679747"/>
          <a:ext cx="5866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6634" y="45720"/>
              </a:lnTo>
            </a:path>
          </a:pathLst>
        </a:custGeom>
        <a:noFill/>
        <a:ln w="6350" cap="flat" cmpd="sng" algn="ctr">
          <a:solidFill>
            <a:schemeClr val="accent4">
              <a:hueOff val="7350668"/>
              <a:satOff val="-30583"/>
              <a:lumOff val="720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66844" y="3722381"/>
        <a:ext cx="30861" cy="6172"/>
      </dsp:txXfrm>
    </dsp:sp>
    <dsp:sp modelId="{11ADDA3E-41A1-427E-B1D9-814EFE49F7B7}">
      <dsp:nvSpPr>
        <dsp:cNvPr id="0" name=""/>
        <dsp:cNvSpPr/>
      </dsp:nvSpPr>
      <dsp:spPr>
        <a:xfrm>
          <a:off x="7129" y="2920378"/>
          <a:ext cx="2683629" cy="1610177"/>
        </a:xfrm>
        <a:prstGeom prst="rect">
          <a:avLst/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Cleaning for unwanted synonym phrases</a:t>
          </a:r>
          <a:endParaRPr lang="en-IN" sz="2600" kern="1200" dirty="0"/>
        </a:p>
      </dsp:txBody>
      <dsp:txXfrm>
        <a:off x="7129" y="2920378"/>
        <a:ext cx="2683629" cy="1610177"/>
      </dsp:txXfrm>
    </dsp:sp>
    <dsp:sp modelId="{170E262F-1E1D-4319-A3D9-CD0F23762E90}">
      <dsp:nvSpPr>
        <dsp:cNvPr id="0" name=""/>
        <dsp:cNvSpPr/>
      </dsp:nvSpPr>
      <dsp:spPr>
        <a:xfrm>
          <a:off x="5989822" y="3679747"/>
          <a:ext cx="5866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6634" y="45720"/>
              </a:lnTo>
            </a:path>
          </a:pathLst>
        </a:custGeom>
        <a:noFill/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267708" y="3722381"/>
        <a:ext cx="30861" cy="6172"/>
      </dsp:txXfrm>
    </dsp:sp>
    <dsp:sp modelId="{A31D1DFC-BBB4-4907-B345-D2BFA874A5CE}">
      <dsp:nvSpPr>
        <dsp:cNvPr id="0" name=""/>
        <dsp:cNvSpPr/>
      </dsp:nvSpPr>
      <dsp:spPr>
        <a:xfrm>
          <a:off x="3307992" y="2920378"/>
          <a:ext cx="2683629" cy="1610177"/>
        </a:xfrm>
        <a:prstGeom prst="rect">
          <a:avLst/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Constructing a .csv file</a:t>
          </a:r>
          <a:endParaRPr lang="en-IN" sz="2600" kern="1200" dirty="0"/>
        </a:p>
      </dsp:txBody>
      <dsp:txXfrm>
        <a:off x="3307992" y="2920378"/>
        <a:ext cx="2683629" cy="1610177"/>
      </dsp:txXfrm>
    </dsp:sp>
    <dsp:sp modelId="{8DE289F9-1FB3-498E-9388-1CDC1879B67B}">
      <dsp:nvSpPr>
        <dsp:cNvPr id="0" name=""/>
        <dsp:cNvSpPr/>
      </dsp:nvSpPr>
      <dsp:spPr>
        <a:xfrm>
          <a:off x="6608856" y="2920378"/>
          <a:ext cx="2683629" cy="1610177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.csv -&gt; .json</a:t>
          </a:r>
          <a:endParaRPr lang="en-IN" sz="2600" kern="1200" dirty="0"/>
        </a:p>
      </dsp:txBody>
      <dsp:txXfrm>
        <a:off x="6608856" y="2920378"/>
        <a:ext cx="2683629" cy="16101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5E06F-AEB0-4CC4-897A-2614011EA2A3}">
      <dsp:nvSpPr>
        <dsp:cNvPr id="0" name=""/>
        <dsp:cNvSpPr/>
      </dsp:nvSpPr>
      <dsp:spPr>
        <a:xfrm rot="5400000">
          <a:off x="-271301" y="273549"/>
          <a:ext cx="1808679" cy="126607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Stage1</a:t>
          </a:r>
          <a:endParaRPr lang="en-IN" sz="3400" kern="1200" dirty="0"/>
        </a:p>
      </dsp:txBody>
      <dsp:txXfrm rot="-5400000">
        <a:off x="2" y="635285"/>
        <a:ext cx="1266075" cy="542604"/>
      </dsp:txXfrm>
    </dsp:sp>
    <dsp:sp modelId="{9E7D83B3-2E1B-4488-A055-B120AA1E4D82}">
      <dsp:nvSpPr>
        <dsp:cNvPr id="0" name=""/>
        <dsp:cNvSpPr/>
      </dsp:nvSpPr>
      <dsp:spPr>
        <a:xfrm rot="5400000">
          <a:off x="4237823" y="-2969500"/>
          <a:ext cx="1175641" cy="71191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Gather modified sentences</a:t>
          </a:r>
          <a:endParaRPr lang="en-I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Verify the grammatic conformance </a:t>
          </a:r>
          <a:endParaRPr lang="en-IN" sz="2800" kern="1200" dirty="0"/>
        </a:p>
      </dsp:txBody>
      <dsp:txXfrm rot="-5400000">
        <a:off x="1266075" y="59638"/>
        <a:ext cx="7061748" cy="1060861"/>
      </dsp:txXfrm>
    </dsp:sp>
    <dsp:sp modelId="{30518F24-ACBE-4BB4-A93B-6C276B0AEAC2}">
      <dsp:nvSpPr>
        <dsp:cNvPr id="0" name=""/>
        <dsp:cNvSpPr/>
      </dsp:nvSpPr>
      <dsp:spPr>
        <a:xfrm rot="5400000">
          <a:off x="-271301" y="1890243"/>
          <a:ext cx="1808679" cy="126607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Stage 2</a:t>
          </a:r>
          <a:endParaRPr lang="en-IN" sz="3100" kern="1200" dirty="0"/>
        </a:p>
      </dsp:txBody>
      <dsp:txXfrm rot="-5400000">
        <a:off x="2" y="2251979"/>
        <a:ext cx="1266075" cy="542604"/>
      </dsp:txXfrm>
    </dsp:sp>
    <dsp:sp modelId="{4E582725-167E-40C5-80E8-F904EA74DE30}">
      <dsp:nvSpPr>
        <dsp:cNvPr id="0" name=""/>
        <dsp:cNvSpPr/>
      </dsp:nvSpPr>
      <dsp:spPr>
        <a:xfrm rot="5400000">
          <a:off x="4237823" y="-1352807"/>
          <a:ext cx="1175641" cy="71191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Forming Paragraphs out of the sentences</a:t>
          </a:r>
          <a:endParaRPr lang="en-IN" sz="3000" kern="1200" dirty="0"/>
        </a:p>
        <a:p>
          <a:pPr marL="285750" lvl="1" indent="-285750" algn="l" defTabSz="13335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Write on to a new PDF</a:t>
          </a:r>
          <a:endParaRPr lang="en-IN" sz="3000" kern="1200" dirty="0"/>
        </a:p>
      </dsp:txBody>
      <dsp:txXfrm rot="-5400000">
        <a:off x="1266075" y="1676331"/>
        <a:ext cx="7061748" cy="1060861"/>
      </dsp:txXfrm>
    </dsp:sp>
    <dsp:sp modelId="{9BAEA51C-C2EA-45FC-8744-AA4F667CA566}">
      <dsp:nvSpPr>
        <dsp:cNvPr id="0" name=""/>
        <dsp:cNvSpPr/>
      </dsp:nvSpPr>
      <dsp:spPr>
        <a:xfrm rot="5400000">
          <a:off x="-271301" y="3506936"/>
          <a:ext cx="1808679" cy="126607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Stage 3</a:t>
          </a:r>
          <a:endParaRPr lang="en-IN" sz="3100" kern="1200" dirty="0"/>
        </a:p>
      </dsp:txBody>
      <dsp:txXfrm rot="-5400000">
        <a:off x="2" y="3868672"/>
        <a:ext cx="1266075" cy="542604"/>
      </dsp:txXfrm>
    </dsp:sp>
    <dsp:sp modelId="{332BF3F7-0407-4EA8-9E60-78F7206AA193}">
      <dsp:nvSpPr>
        <dsp:cNvPr id="0" name=""/>
        <dsp:cNvSpPr/>
      </dsp:nvSpPr>
      <dsp:spPr>
        <a:xfrm rot="5400000">
          <a:off x="4237823" y="263886"/>
          <a:ext cx="1175641" cy="71191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Prepare a JSON response</a:t>
          </a:r>
          <a:endParaRPr lang="en-IN" sz="3000" kern="1200" dirty="0"/>
        </a:p>
        <a:p>
          <a:pPr marL="285750" lvl="1" indent="-285750" algn="l" defTabSz="13335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Display the changes on the UI </a:t>
          </a:r>
          <a:endParaRPr lang="en-IN" sz="3000" kern="1200" dirty="0"/>
        </a:p>
      </dsp:txBody>
      <dsp:txXfrm rot="-5400000">
        <a:off x="1266075" y="3293024"/>
        <a:ext cx="7061748" cy="1060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7E3B-EED8-4E5C-92A7-B5B69A031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D7F27-F9AB-4B42-8A11-4B60CB428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9A3C-3E18-4BCB-B78A-FB0ED83B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758D-F091-4063-8A14-F42634A6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C0025-95E5-4A06-AE39-FD23B0A6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F0F2-0B57-432A-A5D1-626EC3CA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F65E-2EF6-4547-8888-5913DF46C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680B-6C18-46D6-B049-EE6EAB40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1794A-10BB-4638-AE07-232E48F9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C9B0F-EC99-4618-9CA2-9C596E86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0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2A56-834B-4CE0-870F-80AD7006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D31FF-C72A-430C-91E5-B616E5FF3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9B8D6-99CF-41CF-ADE3-AB3068BB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888F5-D3D5-487B-A4BF-B6510FD5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14C2-4AF3-4742-875B-81253542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42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FCF5-27D4-4E03-96F6-799C3344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ED47-C7FC-4C15-BC36-9E43A28D2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6E0BE-CD8A-4F09-A27D-45749B412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831C3-E42F-4760-A410-8E249E88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15AC7-5ADE-4FFA-8C6D-10D8626A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4962B-080B-4589-8064-2EC7655C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6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F045-DAA9-4760-A1B8-A35DA7E9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EBB2B-48A4-433B-B3F1-48900C14D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A4F91-99B6-4436-AD71-D1F3AC82E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C8543-AD7C-4CA7-A79F-2C4257D46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26BAA-80BE-4A1A-9FA8-D9D2A4BC1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E1540C-7AC4-44EF-8C92-97886F8F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74D62-2EAF-4938-8341-947FC6C2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A98AB-C28C-4593-A707-C305D4AF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27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915C-22F3-4424-89FD-ADC943BD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9E0F6C-1F14-4CE3-96BC-5C23F5AF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C6DFD-B66B-4BCA-9644-1A5BF147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8F8DB-5F81-4B61-8AD5-5D37E553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3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AD9F8-C4F7-44AB-B4E3-3EC9E2D9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B5C19-B637-413D-8E32-0B6A23CB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3D54B-5CEE-49E3-B7D9-B2B35631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73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F72B-2AEE-4531-AE9F-106BBC89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38F9-3EEB-4FAC-9E37-6B0CA939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DF771-6F7D-4412-8F29-4ACE00805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6F643-7A4E-4909-A66C-6209532D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C6B7D-CF73-4EF5-85BF-ED4B7E48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B8B53-111D-42BC-90FD-7DC43AB8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41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A472-6B82-470D-8579-870BEAF4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B6DA2-457A-424A-B43F-87B7966D0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57A70-6580-4470-803C-8DA2D1BD5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6D3B4-9942-40CD-89AB-35098111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9FCBA-16E0-47B1-A7D7-694A52BF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120A-1A95-4AD3-93BE-88848891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6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AFB7-9CDB-4DD6-B2A2-18E85FD5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0A39B-C06B-48F9-84E9-DA72537AC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942D-9854-4233-BCE3-B35B211E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B7AA-3138-427C-93F1-E0F66486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C583E-8819-4450-9DCC-4D25D347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08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DF1AF-1391-4ABA-BD66-6B7634562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F5BA4-F3BD-4247-B71C-859339C4B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6E447-A9F0-4FB1-A845-ACE0903F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ABB1D-56BC-4105-BDCB-76DDA865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50882-B2B5-4367-9DA1-FF8F64DF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0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2F236-92C9-4EA4-9684-3CEC0BA9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1F5A5-4A16-423B-A6FD-036CEFB7D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4517-88F0-4514-8F10-C03D8A1B5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3B183-074A-4AED-9F69-611311871019}" type="datetimeFigureOut">
              <a:rPr lang="en-IN" smtClean="0"/>
              <a:t>05/02/21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4FC1E-7983-461D-A788-57B702533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86852-B174-44BA-B45E-BD0FCC207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6363D-2B8A-47BD-AF08-80AAFFDE6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18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7A2E-332E-4501-BFCC-8610149F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" y="621792"/>
            <a:ext cx="5181503" cy="5504688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Members @ WORK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2F56F8EA-3356-4455-9899-320874F6E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98D584C-0000-40B6-9AE2-10E731739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3430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94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6C2C-86A6-49F2-B316-3FB5EE0EE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23" y="1028553"/>
            <a:ext cx="5558489" cy="485517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solidFill>
                  <a:schemeClr val="bg1"/>
                </a:solidFill>
              </a:rPr>
              <a:t>Are you new to e-reading?</a:t>
            </a:r>
          </a:p>
          <a:p>
            <a:pPr>
              <a:lnSpc>
                <a:spcPct val="150000"/>
              </a:lnSpc>
            </a:pPr>
            <a:r>
              <a:rPr lang="en-US" i="1" dirty="0">
                <a:solidFill>
                  <a:schemeClr val="bg1"/>
                </a:solidFill>
              </a:rPr>
              <a:t>Do you hate looking up on the meaning of that word every now and then?</a:t>
            </a:r>
          </a:p>
          <a:p>
            <a:pPr>
              <a:lnSpc>
                <a:spcPct val="150000"/>
              </a:lnSpc>
            </a:pPr>
            <a:r>
              <a:rPr lang="en-US" i="1" dirty="0">
                <a:solidFill>
                  <a:schemeClr val="bg1"/>
                </a:solidFill>
              </a:rPr>
              <a:t>Is it hindering your reading experience?</a:t>
            </a:r>
          </a:p>
          <a:p>
            <a:pPr>
              <a:lnSpc>
                <a:spcPct val="150000"/>
              </a:lnSpc>
            </a:pPr>
            <a:r>
              <a:rPr lang="en-US" i="1" dirty="0">
                <a:solidFill>
                  <a:schemeClr val="bg1"/>
                </a:solidFill>
              </a:rPr>
              <a:t>Would you dare to read a Shashi Tharoor’s book?</a:t>
            </a:r>
            <a:endParaRPr lang="en-IN" i="1" dirty="0">
              <a:solidFill>
                <a:schemeClr val="bg1"/>
              </a:solidFill>
            </a:endParaRPr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7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76459-5221-4CE5-B963-6811124A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Proposed Solution </a:t>
            </a:r>
            <a:endParaRPr lang="en-IN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F6FE3-C85D-4D55-A9E7-EEDA2EE0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1230" y="714186"/>
            <a:ext cx="6502741" cy="5429628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sng" dirty="0">
                <a:solidFill>
                  <a:srgbClr val="ED7D31"/>
                </a:solidFill>
              </a:rPr>
              <a:t>Phase 1</a:t>
            </a:r>
            <a:r>
              <a:rPr lang="en-US" sz="2400" dirty="0">
                <a:solidFill>
                  <a:srgbClr val="ED7D31"/>
                </a:solidFill>
              </a:rPr>
              <a:t> : </a:t>
            </a:r>
            <a:r>
              <a:rPr lang="en-US" sz="2400" dirty="0">
                <a:solidFill>
                  <a:schemeClr val="bg1"/>
                </a:solidFill>
              </a:rPr>
              <a:t>Building an application that takes in the user’s vocabulary level and reduces the complexity for a better reading experience</a:t>
            </a:r>
          </a:p>
          <a:p>
            <a:pPr algn="just">
              <a:lnSpc>
                <a:spcPct val="150000"/>
              </a:lnSpc>
            </a:pPr>
            <a:r>
              <a:rPr lang="en-US" sz="2400" b="1" u="sng" dirty="0">
                <a:solidFill>
                  <a:srgbClr val="ED7D31"/>
                </a:solidFill>
              </a:rPr>
              <a:t>Phase 2</a:t>
            </a:r>
            <a:r>
              <a:rPr lang="en-US" sz="2400" b="1" dirty="0">
                <a:solidFill>
                  <a:srgbClr val="ED7D31"/>
                </a:solidFill>
              </a:rPr>
              <a:t> </a:t>
            </a:r>
            <a:r>
              <a:rPr lang="en-US" sz="2400" dirty="0">
                <a:solidFill>
                  <a:srgbClr val="ED7D3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Application capable of increasing the complexity of the words to enhance user’s vocabulary </a:t>
            </a:r>
          </a:p>
          <a:p>
            <a:pPr algn="just">
              <a:lnSpc>
                <a:spcPct val="150000"/>
              </a:lnSpc>
            </a:pPr>
            <a:r>
              <a:rPr lang="en-US" sz="2400" b="1" u="sng" dirty="0">
                <a:solidFill>
                  <a:srgbClr val="ED7D31"/>
                </a:solidFill>
              </a:rPr>
              <a:t>Phase 3</a:t>
            </a:r>
            <a:r>
              <a:rPr lang="en-US" sz="2400" b="1" dirty="0">
                <a:solidFill>
                  <a:srgbClr val="ED7D31"/>
                </a:solidFill>
              </a:rPr>
              <a:t> : </a:t>
            </a:r>
            <a:r>
              <a:rPr lang="en-US" sz="2400" dirty="0">
                <a:solidFill>
                  <a:schemeClr val="bg1"/>
                </a:solidFill>
              </a:rPr>
              <a:t>Building an e-reader app that would suggest the user to increase the complexity as and when he progresses through the book 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6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CF988-F289-4717-9B03-9079A3946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596" y="616101"/>
            <a:ext cx="6586541" cy="2665509"/>
          </a:xfrm>
        </p:spPr>
        <p:txBody>
          <a:bodyPr>
            <a:normAutofit/>
          </a:bodyPr>
          <a:lstStyle/>
          <a:p>
            <a:pPr algn="r"/>
            <a:r>
              <a:rPr lang="en-US" sz="7200" dirty="0" err="1">
                <a:solidFill>
                  <a:schemeClr val="bg1"/>
                </a:solidFill>
              </a:rPr>
              <a:t>Intell</a:t>
            </a:r>
            <a:r>
              <a:rPr lang="en-US" sz="7200" dirty="0">
                <a:solidFill>
                  <a:schemeClr val="bg1"/>
                </a:solidFill>
              </a:rPr>
              <a:t>- e -Reader</a:t>
            </a:r>
            <a:endParaRPr lang="en-IN" sz="7200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BA5192-D1D6-4385-9B20-7991E9921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9CFA8C3-E4AC-4EF8-8986-83C92DBF5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939349E-97F2-4F20-99B2-B5BABDD5E5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DF4F205-369D-432D-BE06-61DCFE9AB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58D615-89F8-4EE3-A5C2-8B57E4874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529F45F-9E0D-4469-B6FE-BFA23DC316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4D258C8B-77B4-43BA-8B2F-AB7C96C3990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867E9E24-BE8C-47FF-BCF1-3E4BDF64D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DD9DC28-AE74-45F4-8F16-49C6A5960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6DDBBC55-F5AB-4776-B58D-648EECAB54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0F7ABFF-600B-4509-83F7-177A4FE3DB6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>
                  <a:blip r:embed="rId2">
                    <a:alphaModFix amt="57000"/>
                  </a:blip>
                  <a:tile tx="0" ty="0" sx="100000" sy="100000" flip="none" algn="tl"/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pic>
        <p:nvPicPr>
          <p:cNvPr id="39" name="Picture 3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865DB8E-B6E1-4AA1-81D5-4C4FF8C5C3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"/>
          <a:stretch/>
        </p:blipFill>
        <p:spPr>
          <a:xfrm>
            <a:off x="156416" y="1948856"/>
            <a:ext cx="3978225" cy="4634825"/>
          </a:xfrm>
          <a:custGeom>
            <a:avLst/>
            <a:gdLst/>
            <a:ahLst/>
            <a:cxnLst/>
            <a:rect l="l" t="t" r="r" b="b"/>
            <a:pathLst>
              <a:path w="6249303" h="6857998">
                <a:moveTo>
                  <a:pt x="5497146" y="6118149"/>
                </a:moveTo>
                <a:cubicBezTo>
                  <a:pt x="5503695" y="6124102"/>
                  <a:pt x="5511317" y="6129341"/>
                  <a:pt x="5518366" y="6133723"/>
                </a:cubicBezTo>
                <a:cubicBezTo>
                  <a:pt x="5525509" y="6138152"/>
                  <a:pt x="5530855" y="6143474"/>
                  <a:pt x="5534525" y="6149380"/>
                </a:cubicBezTo>
                <a:lnTo>
                  <a:pt x="5540000" y="6166562"/>
                </a:lnTo>
                <a:lnTo>
                  <a:pt x="5534525" y="6149379"/>
                </a:lnTo>
                <a:cubicBezTo>
                  <a:pt x="5530855" y="6143474"/>
                  <a:pt x="5525509" y="6138152"/>
                  <a:pt x="5518366" y="6133722"/>
                </a:cubicBezTo>
                <a:cubicBezTo>
                  <a:pt x="5511317" y="6129341"/>
                  <a:pt x="5503695" y="6124102"/>
                  <a:pt x="5497146" y="6118149"/>
                </a:cubicBezTo>
                <a:close/>
                <a:moveTo>
                  <a:pt x="5405304" y="4941372"/>
                </a:moveTo>
                <a:lnTo>
                  <a:pt x="5408634" y="4950869"/>
                </a:lnTo>
                <a:lnTo>
                  <a:pt x="5418318" y="4991382"/>
                </a:lnTo>
                <a:lnTo>
                  <a:pt x="5408634" y="4950868"/>
                </a:lnTo>
                <a:close/>
                <a:moveTo>
                  <a:pt x="5409242" y="4749807"/>
                </a:moveTo>
                <a:cubicBezTo>
                  <a:pt x="5397106" y="4762826"/>
                  <a:pt x="5396249" y="4781365"/>
                  <a:pt x="5394535" y="4799797"/>
                </a:cubicBezTo>
                <a:cubicBezTo>
                  <a:pt x="5396249" y="4781365"/>
                  <a:pt x="5397106" y="4762827"/>
                  <a:pt x="5409242" y="4749807"/>
                </a:cubicBezTo>
                <a:close/>
                <a:moveTo>
                  <a:pt x="5427041" y="4543185"/>
                </a:moveTo>
                <a:cubicBezTo>
                  <a:pt x="5428019" y="4548281"/>
                  <a:pt x="5430065" y="4553662"/>
                  <a:pt x="5432447" y="4557092"/>
                </a:cubicBezTo>
                <a:cubicBezTo>
                  <a:pt x="5444067" y="4573618"/>
                  <a:pt x="5452855" y="4588275"/>
                  <a:pt x="5458810" y="4602021"/>
                </a:cubicBezTo>
                <a:cubicBezTo>
                  <a:pt x="5452855" y="4588275"/>
                  <a:pt x="5444067" y="4573618"/>
                  <a:pt x="5432447" y="4557091"/>
                </a:cubicBezTo>
                <a:close/>
                <a:moveTo>
                  <a:pt x="5893259" y="2819253"/>
                </a:moveTo>
                <a:lnTo>
                  <a:pt x="5904902" y="2827484"/>
                </a:lnTo>
                <a:lnTo>
                  <a:pt x="5904904" y="2827486"/>
                </a:lnTo>
                <a:lnTo>
                  <a:pt x="5933407" y="2861156"/>
                </a:lnTo>
                <a:lnTo>
                  <a:pt x="5923753" y="2842392"/>
                </a:lnTo>
                <a:lnTo>
                  <a:pt x="5904904" y="2827486"/>
                </a:lnTo>
                <a:lnTo>
                  <a:pt x="5904902" y="2827483"/>
                </a:lnTo>
                <a:close/>
                <a:moveTo>
                  <a:pt x="5823604" y="1974015"/>
                </a:moveTo>
                <a:lnTo>
                  <a:pt x="5817090" y="1999763"/>
                </a:lnTo>
                <a:cubicBezTo>
                  <a:pt x="5813281" y="2008056"/>
                  <a:pt x="5807601" y="2016020"/>
                  <a:pt x="5799362" y="2023547"/>
                </a:cubicBezTo>
                <a:cubicBezTo>
                  <a:pt x="5815841" y="2008497"/>
                  <a:pt x="5822079" y="1991685"/>
                  <a:pt x="5823604" y="1974015"/>
                </a:cubicBezTo>
                <a:close/>
                <a:moveTo>
                  <a:pt x="5806410" y="1768838"/>
                </a:moveTo>
                <a:cubicBezTo>
                  <a:pt x="5802029" y="1774411"/>
                  <a:pt x="5799266" y="1779948"/>
                  <a:pt x="5797809" y="1785412"/>
                </a:cubicBezTo>
                <a:lnTo>
                  <a:pt x="5797028" y="1801558"/>
                </a:lnTo>
                <a:cubicBezTo>
                  <a:pt x="5795361" y="1790986"/>
                  <a:pt x="5797647" y="1779981"/>
                  <a:pt x="5806410" y="1768838"/>
                </a:cubicBezTo>
                <a:close/>
                <a:moveTo>
                  <a:pt x="5915999" y="520953"/>
                </a:moveTo>
                <a:lnTo>
                  <a:pt x="5909271" y="549926"/>
                </a:lnTo>
                <a:lnTo>
                  <a:pt x="5903017" y="566616"/>
                </a:lnTo>
                <a:lnTo>
                  <a:pt x="5897067" y="581804"/>
                </a:lnTo>
                <a:lnTo>
                  <a:pt x="5896649" y="583595"/>
                </a:lnTo>
                <a:lnTo>
                  <a:pt x="5894474" y="589388"/>
                </a:lnTo>
                <a:cubicBezTo>
                  <a:pt x="5892074" y="597005"/>
                  <a:pt x="5890316" y="604728"/>
                  <a:pt x="5889851" y="612658"/>
                </a:cubicBezTo>
                <a:lnTo>
                  <a:pt x="5896649" y="583595"/>
                </a:lnTo>
                <a:lnTo>
                  <a:pt x="5902965" y="566754"/>
                </a:lnTo>
                <a:lnTo>
                  <a:pt x="5903017" y="566616"/>
                </a:lnTo>
                <a:lnTo>
                  <a:pt x="5908855" y="551717"/>
                </a:lnTo>
                <a:lnTo>
                  <a:pt x="5909271" y="549926"/>
                </a:lnTo>
                <a:lnTo>
                  <a:pt x="5911436" y="544146"/>
                </a:lnTo>
                <a:cubicBezTo>
                  <a:pt x="5913823" y="536547"/>
                  <a:pt x="5915561" y="528850"/>
                  <a:pt x="5915999" y="520953"/>
                </a:cubicBezTo>
                <a:close/>
                <a:moveTo>
                  <a:pt x="5864896" y="268794"/>
                </a:moveTo>
                <a:cubicBezTo>
                  <a:pt x="5862371" y="279176"/>
                  <a:pt x="5860668" y="289296"/>
                  <a:pt x="5860021" y="299164"/>
                </a:cubicBezTo>
                <a:cubicBezTo>
                  <a:pt x="5859371" y="309031"/>
                  <a:pt x="5859776" y="318646"/>
                  <a:pt x="5861466" y="328017"/>
                </a:cubicBezTo>
                <a:close/>
                <a:moveTo>
                  <a:pt x="0" y="0"/>
                </a:moveTo>
                <a:lnTo>
                  <a:pt x="6182312" y="0"/>
                </a:lnTo>
                <a:lnTo>
                  <a:pt x="6178097" y="24480"/>
                </a:lnTo>
                <a:cubicBezTo>
                  <a:pt x="6175612" y="32636"/>
                  <a:pt x="6171850" y="40471"/>
                  <a:pt x="6166086" y="47806"/>
                </a:cubicBezTo>
                <a:cubicBezTo>
                  <a:pt x="6151226" y="66857"/>
                  <a:pt x="6154655" y="85336"/>
                  <a:pt x="6156942" y="105718"/>
                </a:cubicBezTo>
                <a:cubicBezTo>
                  <a:pt x="6158656" y="121150"/>
                  <a:pt x="6158085" y="136963"/>
                  <a:pt x="6158277" y="152584"/>
                </a:cubicBezTo>
                <a:cubicBezTo>
                  <a:pt x="6158846" y="180017"/>
                  <a:pt x="6159037" y="207450"/>
                  <a:pt x="6159990" y="234883"/>
                </a:cubicBezTo>
                <a:cubicBezTo>
                  <a:pt x="6160370" y="243648"/>
                  <a:pt x="6165135" y="252600"/>
                  <a:pt x="6164373" y="261173"/>
                </a:cubicBezTo>
                <a:cubicBezTo>
                  <a:pt x="6160752" y="300800"/>
                  <a:pt x="6155037" y="340425"/>
                  <a:pt x="6151798" y="380050"/>
                </a:cubicBezTo>
                <a:cubicBezTo>
                  <a:pt x="6149894" y="402529"/>
                  <a:pt x="6153511" y="425581"/>
                  <a:pt x="6150846" y="447870"/>
                </a:cubicBezTo>
                <a:cubicBezTo>
                  <a:pt x="6147798" y="473587"/>
                  <a:pt x="6139988" y="498733"/>
                  <a:pt x="6135223" y="524262"/>
                </a:cubicBezTo>
                <a:cubicBezTo>
                  <a:pt x="6133891" y="531310"/>
                  <a:pt x="6135606" y="539121"/>
                  <a:pt x="6135985" y="546552"/>
                </a:cubicBezTo>
                <a:cubicBezTo>
                  <a:pt x="6136367" y="554933"/>
                  <a:pt x="6137129" y="563125"/>
                  <a:pt x="6137320" y="571508"/>
                </a:cubicBezTo>
                <a:cubicBezTo>
                  <a:pt x="6137702" y="597037"/>
                  <a:pt x="6137129" y="622564"/>
                  <a:pt x="6138464" y="648092"/>
                </a:cubicBezTo>
                <a:cubicBezTo>
                  <a:pt x="6139225" y="663713"/>
                  <a:pt x="6147035" y="680096"/>
                  <a:pt x="6144177" y="694576"/>
                </a:cubicBezTo>
                <a:cubicBezTo>
                  <a:pt x="6138654" y="724104"/>
                  <a:pt x="6151036" y="753633"/>
                  <a:pt x="6140750" y="783158"/>
                </a:cubicBezTo>
                <a:cubicBezTo>
                  <a:pt x="6137702" y="792306"/>
                  <a:pt x="6145322" y="804877"/>
                  <a:pt x="6145702" y="815929"/>
                </a:cubicBezTo>
                <a:cubicBezTo>
                  <a:pt x="6146654" y="843552"/>
                  <a:pt x="6146464" y="871173"/>
                  <a:pt x="6146274" y="898797"/>
                </a:cubicBezTo>
                <a:cubicBezTo>
                  <a:pt x="6146084" y="923562"/>
                  <a:pt x="6148750" y="949281"/>
                  <a:pt x="6143416" y="973095"/>
                </a:cubicBezTo>
                <a:cubicBezTo>
                  <a:pt x="6137702" y="998052"/>
                  <a:pt x="6138464" y="1020529"/>
                  <a:pt x="6144940" y="1044725"/>
                </a:cubicBezTo>
                <a:cubicBezTo>
                  <a:pt x="6149322" y="1061298"/>
                  <a:pt x="6149894" y="1078826"/>
                  <a:pt x="6151226" y="1095972"/>
                </a:cubicBezTo>
                <a:cubicBezTo>
                  <a:pt x="6152750" y="1114449"/>
                  <a:pt x="6148750" y="1134834"/>
                  <a:pt x="6155037" y="1151600"/>
                </a:cubicBezTo>
                <a:cubicBezTo>
                  <a:pt x="6173706" y="1201512"/>
                  <a:pt x="6177706" y="1252757"/>
                  <a:pt x="6177706" y="1304955"/>
                </a:cubicBezTo>
                <a:cubicBezTo>
                  <a:pt x="6177706" y="1314483"/>
                  <a:pt x="6175041" y="1324198"/>
                  <a:pt x="6172183" y="1333341"/>
                </a:cubicBezTo>
                <a:cubicBezTo>
                  <a:pt x="6155037" y="1386684"/>
                  <a:pt x="6156560" y="1440216"/>
                  <a:pt x="6167039" y="1494509"/>
                </a:cubicBezTo>
                <a:cubicBezTo>
                  <a:pt x="6169325" y="1505751"/>
                  <a:pt x="6169706" y="1518324"/>
                  <a:pt x="6167421" y="1529563"/>
                </a:cubicBezTo>
                <a:cubicBezTo>
                  <a:pt x="6160752" y="1561189"/>
                  <a:pt x="6149702" y="1591859"/>
                  <a:pt x="6144940" y="1623675"/>
                </a:cubicBezTo>
                <a:cubicBezTo>
                  <a:pt x="6137129" y="1676253"/>
                  <a:pt x="6163417" y="1721785"/>
                  <a:pt x="6180565" y="1768838"/>
                </a:cubicBezTo>
                <a:cubicBezTo>
                  <a:pt x="6196758" y="1813610"/>
                  <a:pt x="6233335" y="1851709"/>
                  <a:pt x="6225142" y="1904673"/>
                </a:cubicBezTo>
                <a:cubicBezTo>
                  <a:pt x="6224381" y="1910004"/>
                  <a:pt x="6229524" y="1915912"/>
                  <a:pt x="6230858" y="1921817"/>
                </a:cubicBezTo>
                <a:cubicBezTo>
                  <a:pt x="6234479" y="1938009"/>
                  <a:pt x="6238857" y="1954202"/>
                  <a:pt x="6240574" y="1970586"/>
                </a:cubicBezTo>
                <a:cubicBezTo>
                  <a:pt x="6242861" y="1990589"/>
                  <a:pt x="6242100" y="2010974"/>
                  <a:pt x="6244004" y="2030977"/>
                </a:cubicBezTo>
                <a:cubicBezTo>
                  <a:pt x="6245147" y="2043835"/>
                  <a:pt x="6247242" y="2056600"/>
                  <a:pt x="6249052" y="2069340"/>
                </a:cubicBezTo>
                <a:lnTo>
                  <a:pt x="6249303" y="2072225"/>
                </a:lnTo>
                <a:lnTo>
                  <a:pt x="6249303" y="2131532"/>
                </a:lnTo>
                <a:lnTo>
                  <a:pt x="6248432" y="2138304"/>
                </a:lnTo>
                <a:cubicBezTo>
                  <a:pt x="6246241" y="2148519"/>
                  <a:pt x="6243623" y="2158712"/>
                  <a:pt x="6241908" y="2168903"/>
                </a:cubicBezTo>
                <a:cubicBezTo>
                  <a:pt x="6237145" y="2197670"/>
                  <a:pt x="6238479" y="2229296"/>
                  <a:pt x="6226286" y="2254633"/>
                </a:cubicBezTo>
                <a:cubicBezTo>
                  <a:pt x="6213332" y="2281683"/>
                  <a:pt x="6207426" y="2307402"/>
                  <a:pt x="6211426" y="2335405"/>
                </a:cubicBezTo>
                <a:cubicBezTo>
                  <a:pt x="6212760" y="2344741"/>
                  <a:pt x="6220762" y="2356744"/>
                  <a:pt x="6228952" y="2360933"/>
                </a:cubicBezTo>
                <a:cubicBezTo>
                  <a:pt x="6247241" y="2370270"/>
                  <a:pt x="6250481" y="2383032"/>
                  <a:pt x="6244193" y="2400369"/>
                </a:cubicBezTo>
                <a:cubicBezTo>
                  <a:pt x="6238857" y="2415420"/>
                  <a:pt x="6236192" y="2433897"/>
                  <a:pt x="6225904" y="2444184"/>
                </a:cubicBezTo>
                <a:cubicBezTo>
                  <a:pt x="6196758" y="2473333"/>
                  <a:pt x="6195806" y="2510483"/>
                  <a:pt x="6187996" y="2546678"/>
                </a:cubicBezTo>
                <a:cubicBezTo>
                  <a:pt x="6183231" y="2568774"/>
                  <a:pt x="6183041" y="2589352"/>
                  <a:pt x="6186279" y="2611450"/>
                </a:cubicBezTo>
                <a:cubicBezTo>
                  <a:pt x="6193518" y="2659455"/>
                  <a:pt x="6183231" y="2706131"/>
                  <a:pt x="6170087" y="2752235"/>
                </a:cubicBezTo>
                <a:cubicBezTo>
                  <a:pt x="6161325" y="2782716"/>
                  <a:pt x="6155990" y="2813958"/>
                  <a:pt x="6147035" y="2844248"/>
                </a:cubicBezTo>
                <a:cubicBezTo>
                  <a:pt x="6140177" y="2866918"/>
                  <a:pt x="6131985" y="2889587"/>
                  <a:pt x="6120937" y="2910353"/>
                </a:cubicBezTo>
                <a:cubicBezTo>
                  <a:pt x="6104743" y="2940455"/>
                  <a:pt x="6080358" y="2966742"/>
                  <a:pt x="6086835" y="3005035"/>
                </a:cubicBezTo>
                <a:cubicBezTo>
                  <a:pt x="6092550" y="3038756"/>
                  <a:pt x="6080550" y="3069235"/>
                  <a:pt x="6069119" y="3100099"/>
                </a:cubicBezTo>
                <a:cubicBezTo>
                  <a:pt x="6060737" y="3122770"/>
                  <a:pt x="6052162" y="3145436"/>
                  <a:pt x="6046828" y="3168870"/>
                </a:cubicBezTo>
                <a:cubicBezTo>
                  <a:pt x="6040542" y="3196686"/>
                  <a:pt x="6043210" y="3228119"/>
                  <a:pt x="6031589" y="3252885"/>
                </a:cubicBezTo>
                <a:cubicBezTo>
                  <a:pt x="6019396" y="3278795"/>
                  <a:pt x="6027588" y="3300319"/>
                  <a:pt x="6031017" y="3323372"/>
                </a:cubicBezTo>
                <a:cubicBezTo>
                  <a:pt x="6036353" y="3360139"/>
                  <a:pt x="6046258" y="3396719"/>
                  <a:pt x="6033685" y="3433866"/>
                </a:cubicBezTo>
                <a:cubicBezTo>
                  <a:pt x="6018444" y="3479015"/>
                  <a:pt x="6002060" y="3523785"/>
                  <a:pt x="5987583" y="3569124"/>
                </a:cubicBezTo>
                <a:cubicBezTo>
                  <a:pt x="5982056" y="3586653"/>
                  <a:pt x="5979770" y="3605509"/>
                  <a:pt x="5977295" y="3623799"/>
                </a:cubicBezTo>
                <a:cubicBezTo>
                  <a:pt x="5975197" y="3641134"/>
                  <a:pt x="5980533" y="3661899"/>
                  <a:pt x="5972533" y="3675238"/>
                </a:cubicBezTo>
                <a:cubicBezTo>
                  <a:pt x="5951958" y="3709529"/>
                  <a:pt x="5941860" y="3744770"/>
                  <a:pt x="5941860" y="3784397"/>
                </a:cubicBezTo>
                <a:cubicBezTo>
                  <a:pt x="5941860" y="3799258"/>
                  <a:pt x="5933287" y="3813737"/>
                  <a:pt x="5931762" y="3828785"/>
                </a:cubicBezTo>
                <a:cubicBezTo>
                  <a:pt x="5929858" y="3849362"/>
                  <a:pt x="5924714" y="3872985"/>
                  <a:pt x="5931955" y="3890891"/>
                </a:cubicBezTo>
                <a:cubicBezTo>
                  <a:pt x="5949100" y="3932993"/>
                  <a:pt x="5934810" y="3967091"/>
                  <a:pt x="5917857" y="4003861"/>
                </a:cubicBezTo>
                <a:cubicBezTo>
                  <a:pt x="5901092" y="4040058"/>
                  <a:pt x="5887757" y="4078159"/>
                  <a:pt x="5876707" y="4116641"/>
                </a:cubicBezTo>
                <a:cubicBezTo>
                  <a:pt x="5872706" y="4131119"/>
                  <a:pt x="5879375" y="4148453"/>
                  <a:pt x="5880708" y="4164458"/>
                </a:cubicBezTo>
                <a:cubicBezTo>
                  <a:pt x="5881089" y="4170174"/>
                  <a:pt x="5881661" y="4176461"/>
                  <a:pt x="5879756" y="4181603"/>
                </a:cubicBezTo>
                <a:cubicBezTo>
                  <a:pt x="5861466" y="4231324"/>
                  <a:pt x="5847560" y="4281810"/>
                  <a:pt x="5857085" y="4335722"/>
                </a:cubicBezTo>
                <a:cubicBezTo>
                  <a:pt x="5858038" y="4340674"/>
                  <a:pt x="5855942" y="4346201"/>
                  <a:pt x="5854608" y="4351154"/>
                </a:cubicBezTo>
                <a:cubicBezTo>
                  <a:pt x="5847751" y="4375349"/>
                  <a:pt x="5836892" y="4398972"/>
                  <a:pt x="5834415" y="4423545"/>
                </a:cubicBezTo>
                <a:cubicBezTo>
                  <a:pt x="5828319" y="4484127"/>
                  <a:pt x="5825841" y="4545086"/>
                  <a:pt x="5821841" y="4606053"/>
                </a:cubicBezTo>
                <a:cubicBezTo>
                  <a:pt x="5821653" y="4609863"/>
                  <a:pt x="5821653" y="4613864"/>
                  <a:pt x="5820317" y="4617291"/>
                </a:cubicBezTo>
                <a:cubicBezTo>
                  <a:pt x="5812125" y="4639772"/>
                  <a:pt x="5814794" y="4659393"/>
                  <a:pt x="5830414" y="4678445"/>
                </a:cubicBezTo>
                <a:cubicBezTo>
                  <a:pt x="5837273" y="4686828"/>
                  <a:pt x="5840892" y="4698258"/>
                  <a:pt x="5844703" y="4708734"/>
                </a:cubicBezTo>
                <a:cubicBezTo>
                  <a:pt x="5850418" y="4724167"/>
                  <a:pt x="5855942" y="4739978"/>
                  <a:pt x="5859562" y="4755980"/>
                </a:cubicBezTo>
                <a:cubicBezTo>
                  <a:pt x="5862991" y="4771793"/>
                  <a:pt x="5867753" y="4788747"/>
                  <a:pt x="5865088" y="4803988"/>
                </a:cubicBezTo>
                <a:cubicBezTo>
                  <a:pt x="5860326" y="4831420"/>
                  <a:pt x="5849657" y="4857522"/>
                  <a:pt x="5842606" y="4884572"/>
                </a:cubicBezTo>
                <a:cubicBezTo>
                  <a:pt x="5840129" y="4893907"/>
                  <a:pt x="5840512" y="4904195"/>
                  <a:pt x="5840321" y="4913909"/>
                </a:cubicBezTo>
                <a:cubicBezTo>
                  <a:pt x="5839750" y="4936201"/>
                  <a:pt x="5845274" y="4959061"/>
                  <a:pt x="5829462" y="4979253"/>
                </a:cubicBezTo>
                <a:cubicBezTo>
                  <a:pt x="5814602" y="4997922"/>
                  <a:pt x="5818983" y="5016785"/>
                  <a:pt x="5830223" y="5036405"/>
                </a:cubicBezTo>
                <a:cubicBezTo>
                  <a:pt x="5838225" y="5050504"/>
                  <a:pt x="5844513" y="5066505"/>
                  <a:pt x="5847560" y="5082317"/>
                </a:cubicBezTo>
                <a:cubicBezTo>
                  <a:pt x="5851752" y="5104036"/>
                  <a:pt x="5853466" y="5125562"/>
                  <a:pt x="5850988" y="5148995"/>
                </a:cubicBezTo>
                <a:cubicBezTo>
                  <a:pt x="5849275" y="5165570"/>
                  <a:pt x="5848512" y="5179097"/>
                  <a:pt x="5838416" y="5192051"/>
                </a:cubicBezTo>
                <a:cubicBezTo>
                  <a:pt x="5836892" y="5194145"/>
                  <a:pt x="5836510" y="5197955"/>
                  <a:pt x="5836703" y="5200813"/>
                </a:cubicBezTo>
                <a:cubicBezTo>
                  <a:pt x="5839941" y="5238343"/>
                  <a:pt x="5838225" y="5275491"/>
                  <a:pt x="5835937" y="5313403"/>
                </a:cubicBezTo>
                <a:cubicBezTo>
                  <a:pt x="5832892" y="5361598"/>
                  <a:pt x="5841844" y="5412276"/>
                  <a:pt x="5873849" y="5453995"/>
                </a:cubicBezTo>
                <a:cubicBezTo>
                  <a:pt x="5878613" y="5460092"/>
                  <a:pt x="5880708" y="5469236"/>
                  <a:pt x="5881852" y="5477239"/>
                </a:cubicBezTo>
                <a:cubicBezTo>
                  <a:pt x="5886804" y="5514957"/>
                  <a:pt x="5890233" y="5552869"/>
                  <a:pt x="5895758" y="5590590"/>
                </a:cubicBezTo>
                <a:cubicBezTo>
                  <a:pt x="5898806" y="5611164"/>
                  <a:pt x="5901474" y="5632691"/>
                  <a:pt x="5909856" y="5651360"/>
                </a:cubicBezTo>
                <a:cubicBezTo>
                  <a:pt x="5918047" y="5669647"/>
                  <a:pt x="5927762" y="5684320"/>
                  <a:pt x="5910618" y="5695178"/>
                </a:cubicBezTo>
                <a:cubicBezTo>
                  <a:pt x="5919762" y="5714607"/>
                  <a:pt x="5927383" y="5731564"/>
                  <a:pt x="5935573" y="5748136"/>
                </a:cubicBezTo>
                <a:cubicBezTo>
                  <a:pt x="5938620" y="5754234"/>
                  <a:pt x="5943575" y="5759378"/>
                  <a:pt x="5946433" y="5765474"/>
                </a:cubicBezTo>
                <a:cubicBezTo>
                  <a:pt x="5949481" y="5771953"/>
                  <a:pt x="5951385" y="5779191"/>
                  <a:pt x="5952911" y="5786239"/>
                </a:cubicBezTo>
                <a:cubicBezTo>
                  <a:pt x="5959768" y="5817674"/>
                  <a:pt x="5966054" y="5849107"/>
                  <a:pt x="5973485" y="5880348"/>
                </a:cubicBezTo>
                <a:cubicBezTo>
                  <a:pt x="5975008" y="5886447"/>
                  <a:pt x="5981104" y="5891590"/>
                  <a:pt x="5985103" y="5897114"/>
                </a:cubicBezTo>
                <a:cubicBezTo>
                  <a:pt x="5987772" y="5900735"/>
                  <a:pt x="5991773" y="5904353"/>
                  <a:pt x="5992345" y="5908355"/>
                </a:cubicBezTo>
                <a:cubicBezTo>
                  <a:pt x="5996917" y="5938836"/>
                  <a:pt x="6002252" y="5969124"/>
                  <a:pt x="6004537" y="5999796"/>
                </a:cubicBezTo>
                <a:cubicBezTo>
                  <a:pt x="6006440" y="6025515"/>
                  <a:pt x="6005871" y="6050282"/>
                  <a:pt x="6039018" y="6056948"/>
                </a:cubicBezTo>
                <a:cubicBezTo>
                  <a:pt x="6044734" y="6058092"/>
                  <a:pt x="6050831" y="6066284"/>
                  <a:pt x="6053687" y="6072569"/>
                </a:cubicBezTo>
                <a:cubicBezTo>
                  <a:pt x="6061879" y="6090477"/>
                  <a:pt x="6067404" y="6109530"/>
                  <a:pt x="6075785" y="6127247"/>
                </a:cubicBezTo>
                <a:cubicBezTo>
                  <a:pt x="6103790" y="6185351"/>
                  <a:pt x="6121508" y="6246121"/>
                  <a:pt x="6118269" y="6311084"/>
                </a:cubicBezTo>
                <a:cubicBezTo>
                  <a:pt x="6117317" y="6331277"/>
                  <a:pt x="6107028" y="6350899"/>
                  <a:pt x="6103217" y="6363664"/>
                </a:cubicBezTo>
                <a:cubicBezTo>
                  <a:pt x="6118269" y="6400429"/>
                  <a:pt x="6132747" y="6431292"/>
                  <a:pt x="6143606" y="6463490"/>
                </a:cubicBezTo>
                <a:cubicBezTo>
                  <a:pt x="6153322" y="6491874"/>
                  <a:pt x="6159418" y="6521593"/>
                  <a:pt x="6166466" y="6550742"/>
                </a:cubicBezTo>
                <a:cubicBezTo>
                  <a:pt x="6169135" y="6561411"/>
                  <a:pt x="6170658" y="6572269"/>
                  <a:pt x="6171993" y="6583128"/>
                </a:cubicBezTo>
                <a:cubicBezTo>
                  <a:pt x="6176183" y="6617036"/>
                  <a:pt x="6166086" y="6652472"/>
                  <a:pt x="6182089" y="6685617"/>
                </a:cubicBezTo>
                <a:cubicBezTo>
                  <a:pt x="6190471" y="6702955"/>
                  <a:pt x="6200567" y="6720103"/>
                  <a:pt x="6204949" y="6738388"/>
                </a:cubicBezTo>
                <a:cubicBezTo>
                  <a:pt x="6209712" y="6758011"/>
                  <a:pt x="6217142" y="6777207"/>
                  <a:pt x="6222453" y="6796804"/>
                </a:cubicBezTo>
                <a:lnTo>
                  <a:pt x="6227224" y="6857457"/>
                </a:lnTo>
                <a:lnTo>
                  <a:pt x="6099985" y="6857457"/>
                </a:lnTo>
                <a:lnTo>
                  <a:pt x="6099985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Graphic 7" descr="Left Brain">
            <a:extLst>
              <a:ext uri="{FF2B5EF4-FFF2-40B4-BE49-F238E27FC236}">
                <a16:creationId xmlns:a16="http://schemas.microsoft.com/office/drawing/2014/main" id="{76994F12-4316-4CFE-9F9B-64E176153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574" y="508677"/>
            <a:ext cx="2331720" cy="23317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36DBB7-9C68-8443-BA72-CA241B11697D}"/>
              </a:ext>
            </a:extLst>
          </p:cNvPr>
          <p:cNvSpPr txBox="1"/>
          <p:nvPr/>
        </p:nvSpPr>
        <p:spPr>
          <a:xfrm>
            <a:off x="7831924" y="4829355"/>
            <a:ext cx="3997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Team Members:</a:t>
            </a:r>
          </a:p>
          <a:p>
            <a:r>
              <a:rPr lang="en-US" dirty="0">
                <a:solidFill>
                  <a:schemeClr val="bg1"/>
                </a:solidFill>
              </a:rPr>
              <a:t>	Prajyot Suvarna</a:t>
            </a:r>
          </a:p>
          <a:p>
            <a:r>
              <a:rPr lang="en-US" dirty="0">
                <a:solidFill>
                  <a:schemeClr val="bg1"/>
                </a:solidFill>
              </a:rPr>
              <a:t>	Sujith </a:t>
            </a:r>
            <a:r>
              <a:rPr lang="en-US" dirty="0" err="1">
                <a:solidFill>
                  <a:schemeClr val="bg1"/>
                </a:solidFill>
              </a:rPr>
              <a:t>Umapathy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Guided By:</a:t>
            </a:r>
          </a:p>
          <a:p>
            <a:r>
              <a:rPr lang="en-US" dirty="0">
                <a:solidFill>
                  <a:schemeClr val="bg1"/>
                </a:solidFill>
              </a:rPr>
              <a:t>	Prof. </a:t>
            </a:r>
            <a:r>
              <a:rPr lang="en-US" dirty="0" err="1">
                <a:solidFill>
                  <a:schemeClr val="bg1"/>
                </a:solidFill>
              </a:rPr>
              <a:t>Sreeganesh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Thottempudi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8888F-12CA-2E42-9F28-9DFBD2831EED}"/>
              </a:ext>
            </a:extLst>
          </p:cNvPr>
          <p:cNvSpPr txBox="1"/>
          <p:nvPr/>
        </p:nvSpPr>
        <p:spPr>
          <a:xfrm>
            <a:off x="5122258" y="3180170"/>
            <a:ext cx="6283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simplified reader app that reduces the complexity of the words for an easy and enhanced reading experience</a:t>
            </a:r>
          </a:p>
        </p:txBody>
      </p:sp>
    </p:spTree>
    <p:extLst>
      <p:ext uri="{BB962C8B-B14F-4D97-AF65-F5344CB8AC3E}">
        <p14:creationId xmlns:p14="http://schemas.microsoft.com/office/powerpoint/2010/main" val="230278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D04F27-8049-46A3-A66E-23A7B679F1AA}"/>
              </a:ext>
            </a:extLst>
          </p:cNvPr>
          <p:cNvSpPr/>
          <p:nvPr/>
        </p:nvSpPr>
        <p:spPr>
          <a:xfrm>
            <a:off x="6467063" y="413777"/>
            <a:ext cx="4993391" cy="55497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A9D180-0EF0-4CD1-B27F-1F97599F43B9}"/>
              </a:ext>
            </a:extLst>
          </p:cNvPr>
          <p:cNvSpPr/>
          <p:nvPr/>
        </p:nvSpPr>
        <p:spPr>
          <a:xfrm>
            <a:off x="834888" y="371063"/>
            <a:ext cx="4810539" cy="559241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15223-44AB-43D0-98B8-BA869D228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818" y="655983"/>
            <a:ext cx="4479388" cy="5673380"/>
          </a:xfrm>
        </p:spPr>
        <p:txBody>
          <a:bodyPr>
            <a:normAutofit/>
          </a:bodyPr>
          <a:lstStyle/>
          <a:p>
            <a:pPr algn="just"/>
            <a:endParaRPr lang="en-US" sz="1800" b="0" i="0" dirty="0">
              <a:effectLst/>
              <a:latin typeface="Segoe UI" panose="020B0502040204020203" pitchFamily="34" charset="0"/>
            </a:endParaRPr>
          </a:p>
          <a:p>
            <a:pPr algn="just"/>
            <a:r>
              <a:rPr lang="en-US" sz="1800" b="0" i="0" dirty="0">
                <a:effectLst/>
                <a:latin typeface="Segoe UI" panose="020B0502040204020203" pitchFamily="34" charset="0"/>
              </a:rPr>
              <a:t>He had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begun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on a journey around the world to write what became the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brilliant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eleven-volume ‘</a:t>
            </a:r>
            <a:r>
              <a:rPr lang="en-US" sz="1800" b="0" i="1" dirty="0">
                <a:effectLst/>
                <a:latin typeface="Segoe UI" panose="020B0502040204020203" pitchFamily="34" charset="0"/>
              </a:rPr>
              <a:t>The Story of Civilization’ . </a:t>
            </a:r>
          </a:p>
          <a:p>
            <a:pPr algn="just"/>
            <a:r>
              <a:rPr lang="en-US" sz="1800" b="0" i="0" dirty="0">
                <a:effectLst/>
                <a:latin typeface="Segoe UI" panose="020B0502040204020203" pitchFamily="34" charset="0"/>
              </a:rPr>
              <a:t>But he was, in his own words, so ‘filled with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wonder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and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rage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’ at what he saw and read of Britain’s ‘conscious and deliberate bleeding of India’ that he set aside his research into the past to write a passionate </a:t>
            </a:r>
            <a:r>
              <a:rPr lang="en-US" sz="1800" b="1" i="0" dirty="0">
                <a:effectLst/>
                <a:latin typeface="Segoe UI" panose="020B0502040204020203" pitchFamily="34" charset="0"/>
              </a:rPr>
              <a:t>accusation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of this ‘greatest crime in all history’.</a:t>
            </a:r>
          </a:p>
          <a:p>
            <a:pPr algn="just"/>
            <a:r>
              <a:rPr lang="en-US" sz="1800" b="0" i="0" dirty="0">
                <a:effectLst/>
                <a:latin typeface="Segoe UI" panose="020B0502040204020203" pitchFamily="34" charset="0"/>
              </a:rPr>
              <a:t>His short book, </a:t>
            </a:r>
            <a:r>
              <a:rPr lang="en-US" sz="1800" b="0" i="1" dirty="0">
                <a:effectLst/>
                <a:latin typeface="Segoe UI" panose="020B0502040204020203" pitchFamily="34" charset="0"/>
              </a:rPr>
              <a:t>The Case for India, 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remains a classic, a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very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kind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work of compassion and outrage that tore apart the self-serving justifications of the British for their long and shameless record of </a:t>
            </a:r>
            <a:r>
              <a:rPr lang="en-US" sz="1800" b="1" i="1" dirty="0">
                <a:effectLst/>
                <a:latin typeface="Segoe UI" panose="020B0502040204020203" pitchFamily="34" charset="0"/>
              </a:rPr>
              <a:t>greed</a:t>
            </a:r>
            <a:r>
              <a:rPr lang="en-US" sz="1800" b="0" i="0" dirty="0">
                <a:effectLst/>
                <a:latin typeface="Segoe UI" panose="020B0502040204020203" pitchFamily="34" charset="0"/>
              </a:rPr>
              <a:t> in India.</a:t>
            </a:r>
            <a:endParaRPr lang="en-US" b="0" i="0" dirty="0">
              <a:effectLst/>
              <a:latin typeface="Segoe UI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4086CE-B11B-4B7D-A9EE-CB258C6DAFFB}"/>
              </a:ext>
            </a:extLst>
          </p:cNvPr>
          <p:cNvSpPr txBox="1">
            <a:spLocks/>
          </p:cNvSpPr>
          <p:nvPr/>
        </p:nvSpPr>
        <p:spPr>
          <a:xfrm>
            <a:off x="990600" y="655983"/>
            <a:ext cx="4479388" cy="54002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800" dirty="0">
              <a:latin typeface="Segoe UI" panose="020B0502040204020203" pitchFamily="34" charset="0"/>
            </a:endParaRPr>
          </a:p>
          <a:p>
            <a:pPr algn="just"/>
            <a:r>
              <a:rPr lang="en-US" sz="1800" dirty="0">
                <a:latin typeface="Segoe UI" panose="020B0502040204020203" pitchFamily="34" charset="0"/>
              </a:rPr>
              <a:t>He had </a:t>
            </a:r>
            <a:r>
              <a:rPr lang="en-US" sz="1800" b="1" i="1" dirty="0">
                <a:latin typeface="Segoe UI" panose="020B0502040204020203" pitchFamily="34" charset="0"/>
              </a:rPr>
              <a:t>embarked</a:t>
            </a:r>
            <a:r>
              <a:rPr lang="en-US" sz="1800" dirty="0">
                <a:latin typeface="Segoe UI" panose="020B0502040204020203" pitchFamily="34" charset="0"/>
              </a:rPr>
              <a:t> on a journey around the world to write what became the </a:t>
            </a:r>
            <a:r>
              <a:rPr lang="en-US" sz="1800" b="1" i="1" dirty="0">
                <a:latin typeface="Segoe UI" panose="020B0502040204020203" pitchFamily="34" charset="0"/>
              </a:rPr>
              <a:t>magnificent</a:t>
            </a:r>
            <a:r>
              <a:rPr lang="en-US" sz="1800" dirty="0">
                <a:latin typeface="Segoe UI" panose="020B0502040204020203" pitchFamily="34" charset="0"/>
              </a:rPr>
              <a:t> eleven-volume ‘</a:t>
            </a:r>
            <a:r>
              <a:rPr lang="en-US" sz="1800" i="1" dirty="0">
                <a:latin typeface="Segoe UI" panose="020B0502040204020203" pitchFamily="34" charset="0"/>
              </a:rPr>
              <a:t>The Story of Civilization’ . </a:t>
            </a:r>
          </a:p>
          <a:p>
            <a:pPr algn="just"/>
            <a:r>
              <a:rPr lang="en-US" sz="1800" dirty="0">
                <a:latin typeface="Segoe UI" panose="020B0502040204020203" pitchFamily="34" charset="0"/>
              </a:rPr>
              <a:t>But he was, in his own words, so ‘filled with </a:t>
            </a:r>
            <a:r>
              <a:rPr lang="en-US" sz="1800" b="1" i="1" dirty="0">
                <a:latin typeface="Segoe UI" panose="020B0502040204020203" pitchFamily="34" charset="0"/>
              </a:rPr>
              <a:t>astonishment</a:t>
            </a:r>
            <a:r>
              <a:rPr lang="en-US" sz="1800" dirty="0">
                <a:latin typeface="Segoe UI" panose="020B0502040204020203" pitchFamily="34" charset="0"/>
              </a:rPr>
              <a:t> and </a:t>
            </a:r>
            <a:r>
              <a:rPr lang="en-US" sz="1800" b="1" i="1" dirty="0">
                <a:latin typeface="Segoe UI" panose="020B0502040204020203" pitchFamily="34" charset="0"/>
              </a:rPr>
              <a:t>indignation</a:t>
            </a:r>
            <a:r>
              <a:rPr lang="en-US" sz="1800" dirty="0">
                <a:latin typeface="Segoe UI" panose="020B0502040204020203" pitchFamily="34" charset="0"/>
              </a:rPr>
              <a:t>’ at what he saw and read of Britain’s ‘conscious and deliberate bleeding of India’ that he set aside his research into the past to write a passionate </a:t>
            </a:r>
            <a:r>
              <a:rPr lang="en-US" sz="1800" b="1" i="1" dirty="0">
                <a:latin typeface="Segoe UI" panose="020B0502040204020203" pitchFamily="34" charset="0"/>
              </a:rPr>
              <a:t>denunciation</a:t>
            </a:r>
            <a:r>
              <a:rPr lang="en-US" sz="1800" dirty="0">
                <a:latin typeface="Segoe UI" panose="020B0502040204020203" pitchFamily="34" charset="0"/>
              </a:rPr>
              <a:t> of this ‘greatest crime in all history’.</a:t>
            </a:r>
          </a:p>
          <a:p>
            <a:pPr algn="just"/>
            <a:r>
              <a:rPr lang="en-US" sz="1800" dirty="0">
                <a:latin typeface="Segoe UI" panose="020B0502040204020203" pitchFamily="34" charset="0"/>
              </a:rPr>
              <a:t>His short book, </a:t>
            </a:r>
            <a:r>
              <a:rPr lang="en-US" sz="1800" i="1" dirty="0">
                <a:latin typeface="Segoe UI" panose="020B0502040204020203" pitchFamily="34" charset="0"/>
              </a:rPr>
              <a:t>The Case for India, </a:t>
            </a:r>
            <a:r>
              <a:rPr lang="en-US" sz="1800" dirty="0">
                <a:latin typeface="Segoe UI" panose="020B0502040204020203" pitchFamily="34" charset="0"/>
              </a:rPr>
              <a:t>remains a classic, a </a:t>
            </a:r>
            <a:r>
              <a:rPr lang="en-US" sz="1800" b="1" i="1" dirty="0">
                <a:latin typeface="Segoe UI" panose="020B0502040204020203" pitchFamily="34" charset="0"/>
              </a:rPr>
              <a:t>profoundly</a:t>
            </a:r>
            <a:r>
              <a:rPr lang="en-US" sz="1800" dirty="0">
                <a:latin typeface="Segoe UI" panose="020B0502040204020203" pitchFamily="34" charset="0"/>
              </a:rPr>
              <a:t> </a:t>
            </a:r>
            <a:r>
              <a:rPr lang="en-US" sz="1800" b="1" i="1" dirty="0">
                <a:latin typeface="Segoe UI" panose="020B0502040204020203" pitchFamily="34" charset="0"/>
              </a:rPr>
              <a:t>empathetic</a:t>
            </a:r>
            <a:r>
              <a:rPr lang="en-US" sz="1800" dirty="0">
                <a:latin typeface="Segoe UI" panose="020B0502040204020203" pitchFamily="34" charset="0"/>
              </a:rPr>
              <a:t> work of compassion and outrage that tore apart the self-serving justifications of the British for their long and shameless record of </a:t>
            </a:r>
            <a:r>
              <a:rPr lang="en-US" sz="1800" b="1" i="1" dirty="0">
                <a:latin typeface="Segoe UI" panose="020B0502040204020203" pitchFamily="34" charset="0"/>
              </a:rPr>
              <a:t>rapacity</a:t>
            </a:r>
            <a:r>
              <a:rPr lang="en-US" sz="1800" dirty="0">
                <a:latin typeface="Segoe UI" panose="020B0502040204020203" pitchFamily="34" charset="0"/>
              </a:rPr>
              <a:t> in India.</a:t>
            </a:r>
            <a:endParaRPr lang="en-US" dirty="0">
              <a:latin typeface="Segoe UI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11" name="Graphic 10" descr="Arrow: Slight curve">
            <a:extLst>
              <a:ext uri="{FF2B5EF4-FFF2-40B4-BE49-F238E27FC236}">
                <a16:creationId xmlns:a16="http://schemas.microsoft.com/office/drawing/2014/main" id="{C1EBFE9D-4897-40A6-9364-4B390F499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2391A6C-E6B2-4A4E-90D2-9526D8F8ED50}"/>
              </a:ext>
            </a:extLst>
          </p:cNvPr>
          <p:cNvSpPr/>
          <p:nvPr/>
        </p:nvSpPr>
        <p:spPr>
          <a:xfrm>
            <a:off x="2849797" y="6033053"/>
            <a:ext cx="634821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/>
                <a:solidFill>
                  <a:schemeClr val="bg1">
                    <a:lumMod val="85000"/>
                  </a:schemeClr>
                </a:solidFill>
              </a:rPr>
              <a:t>Which seems easier ??</a:t>
            </a:r>
            <a:endParaRPr lang="en-IN" sz="4000" b="1" dirty="0">
              <a:ln/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56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CD37-6CDE-4837-9383-CEE6E02E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Technical Workflow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6FB6D5-4AE2-4D09-8D60-E6AA31D9C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1517442"/>
              </p:ext>
            </p:extLst>
          </p:nvPr>
        </p:nvGraphicFramePr>
        <p:xfrm>
          <a:off x="731520" y="1406769"/>
          <a:ext cx="10986868" cy="5219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17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5A940-165D-44BF-9078-C05F91307EF2}"/>
              </a:ext>
            </a:extLst>
          </p:cNvPr>
          <p:cNvSpPr txBox="1"/>
          <p:nvPr/>
        </p:nvSpPr>
        <p:spPr>
          <a:xfrm>
            <a:off x="2242409" y="895483"/>
            <a:ext cx="5786232" cy="3011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DESIGN REVIEW</a:t>
            </a:r>
          </a:p>
        </p:txBody>
      </p:sp>
      <p:sp>
        <p:nvSpPr>
          <p:cNvPr id="48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0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5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8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596899-F7AD-4505-9C29-F98F75609E34}"/>
              </a:ext>
            </a:extLst>
          </p:cNvPr>
          <p:cNvSpPr/>
          <p:nvPr/>
        </p:nvSpPr>
        <p:spPr>
          <a:xfrm>
            <a:off x="0" y="393538"/>
            <a:ext cx="3715473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1  - </a:t>
            </a:r>
            <a:r>
              <a:rPr lang="en-US" b="1" dirty="0"/>
              <a:t>BUILD A DATA BANK </a:t>
            </a:r>
            <a:endParaRPr lang="en-IN" b="1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520E917-E3BB-49B0-A926-E21D2C9504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030606"/>
              </p:ext>
            </p:extLst>
          </p:nvPr>
        </p:nvGraphicFramePr>
        <p:xfrm>
          <a:off x="1169043" y="1377385"/>
          <a:ext cx="9329195" cy="4988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269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24F9BF-9FCF-409D-BD55-0B6112F98413}"/>
              </a:ext>
            </a:extLst>
          </p:cNvPr>
          <p:cNvSpPr/>
          <p:nvPr/>
        </p:nvSpPr>
        <p:spPr>
          <a:xfrm>
            <a:off x="0" y="361262"/>
            <a:ext cx="4676172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2  - </a:t>
            </a:r>
            <a:r>
              <a:rPr lang="en-US" b="1" dirty="0"/>
              <a:t>IDENTIFYING COMPLEX WORDS</a:t>
            </a:r>
            <a:endParaRPr lang="en-IN" b="1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74A63BA-2AF2-43CD-8B55-6CDBB3D96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599" y="621693"/>
            <a:ext cx="6110328" cy="6236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F1BC0-79CD-421B-B197-107BD31D104A}"/>
              </a:ext>
            </a:extLst>
          </p:cNvPr>
          <p:cNvSpPr txBox="1"/>
          <p:nvPr/>
        </p:nvSpPr>
        <p:spPr>
          <a:xfrm>
            <a:off x="235176" y="882123"/>
            <a:ext cx="526039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Break the document into paragraph and then sentences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Cleaning the data for 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Stop Words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Conjunctions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Proper Nouns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Interjection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Determiner and many more.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/>
                </a:solidFill>
              </a:rPr>
              <a:t>Identify the words/ tokens with CEFR Level B or 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/>
                </a:solidFill>
              </a:rPr>
              <a:t>Formulate the appropriate JSON structure to highlight the word on the UI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23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9DB4CB-7187-469A-A17D-2427AE46F4ED}"/>
              </a:ext>
            </a:extLst>
          </p:cNvPr>
          <p:cNvSpPr/>
          <p:nvPr/>
        </p:nvSpPr>
        <p:spPr>
          <a:xfrm>
            <a:off x="-1" y="361262"/>
            <a:ext cx="5127585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3  - </a:t>
            </a:r>
            <a:r>
              <a:rPr lang="en-US" b="1" dirty="0"/>
              <a:t>SCRAPING THE WEB FOR SYNONYMS</a:t>
            </a:r>
            <a:endParaRPr lang="en-IN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D6D2558-F992-4274-92B3-609353CD9F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42041"/>
              </p:ext>
            </p:extLst>
          </p:nvPr>
        </p:nvGraphicFramePr>
        <p:xfrm>
          <a:off x="1446192" y="1264981"/>
          <a:ext cx="9299615" cy="522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3428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BED25A-F552-4927-B110-3B8D7075766E}"/>
              </a:ext>
            </a:extLst>
          </p:cNvPr>
          <p:cNvSpPr/>
          <p:nvPr/>
        </p:nvSpPr>
        <p:spPr>
          <a:xfrm>
            <a:off x="0" y="257089"/>
            <a:ext cx="4676172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for a </a:t>
            </a:r>
            <a:r>
              <a:rPr lang="en-US" b="1" dirty="0"/>
              <a:t>WORD</a:t>
            </a:r>
            <a:endParaRPr lang="en-IN" b="1" dirty="0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6CDEE283-8431-4A3B-B636-6DA4B7FF6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89" y="1041721"/>
            <a:ext cx="8641021" cy="53475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884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CF6F0F-A33A-4213-80B3-9AAB611F05C2}"/>
              </a:ext>
            </a:extLst>
          </p:cNvPr>
          <p:cNvSpPr/>
          <p:nvPr/>
        </p:nvSpPr>
        <p:spPr>
          <a:xfrm>
            <a:off x="0" y="291813"/>
            <a:ext cx="4676172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WORKFLOW</a:t>
            </a:r>
            <a:endParaRPr lang="en-IN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9B0FA-A28B-4044-8B6D-F830436BC0A1}"/>
              </a:ext>
            </a:extLst>
          </p:cNvPr>
          <p:cNvSpPr/>
          <p:nvPr/>
        </p:nvSpPr>
        <p:spPr>
          <a:xfrm>
            <a:off x="162046" y="1218759"/>
            <a:ext cx="228021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Sentence : 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F266C-B2DA-4D9B-8B38-42700ADE3182}"/>
              </a:ext>
            </a:extLst>
          </p:cNvPr>
          <p:cNvSpPr txBox="1"/>
          <p:nvPr/>
        </p:nvSpPr>
        <p:spPr>
          <a:xfrm>
            <a:off x="5420811" y="1218759"/>
            <a:ext cx="1975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ED7D31"/>
                </a:highlight>
              </a:rPr>
              <a:t>community</a:t>
            </a:r>
            <a:endParaRPr lang="en-IN" sz="2800" dirty="0">
              <a:highlight>
                <a:srgbClr val="ED7D31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00ECF-DB33-4D36-82F2-BE1CF8FB8FE0}"/>
              </a:ext>
            </a:extLst>
          </p:cNvPr>
          <p:cNvSpPr txBox="1"/>
          <p:nvPr/>
        </p:nvSpPr>
        <p:spPr>
          <a:xfrm>
            <a:off x="3898498" y="1218759"/>
            <a:ext cx="2041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nsolas" panose="020B0609020204030204" pitchFamily="49" charset="0"/>
              </a:rPr>
              <a:t>… </a:t>
            </a:r>
            <a:r>
              <a:rPr lang="en-IN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British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B3321-AE76-4C4D-88BF-7275A15D37EE}"/>
              </a:ext>
            </a:extLst>
          </p:cNvPr>
          <p:cNvSpPr txBox="1"/>
          <p:nvPr/>
        </p:nvSpPr>
        <p:spPr>
          <a:xfrm>
            <a:off x="7264562" y="1218759"/>
            <a:ext cx="2280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nsolas" panose="020B0609020204030204" pitchFamily="49" charset="0"/>
              </a:rPr>
              <a:t>in India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 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44203-C17C-41D1-9F28-C9F05023C40B}"/>
              </a:ext>
            </a:extLst>
          </p:cNvPr>
          <p:cNvSpPr/>
          <p:nvPr/>
        </p:nvSpPr>
        <p:spPr>
          <a:xfrm>
            <a:off x="3640962" y="2374212"/>
            <a:ext cx="1779849" cy="1551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State,</a:t>
            </a:r>
          </a:p>
          <a:p>
            <a:pPr algn="ctr"/>
            <a:r>
              <a:rPr lang="en-US" dirty="0"/>
              <a:t>Center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FAFD2-6D8A-4336-812D-B5A654955490}"/>
              </a:ext>
            </a:extLst>
          </p:cNvPr>
          <p:cNvSpPr/>
          <p:nvPr/>
        </p:nvSpPr>
        <p:spPr>
          <a:xfrm>
            <a:off x="5658694" y="2373428"/>
            <a:ext cx="1663862" cy="15517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Neighborhood,</a:t>
            </a:r>
          </a:p>
          <a:p>
            <a:r>
              <a:rPr lang="en-US" dirty="0"/>
              <a:t>Company,</a:t>
            </a:r>
          </a:p>
          <a:p>
            <a:r>
              <a:rPr lang="en-US" dirty="0"/>
              <a:t>Public,</a:t>
            </a:r>
          </a:p>
          <a:p>
            <a:r>
              <a:rPr lang="en-US" dirty="0"/>
              <a:t>Union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89BA97-74F1-489B-831E-B109DC36A27B}"/>
              </a:ext>
            </a:extLst>
          </p:cNvPr>
          <p:cNvSpPr/>
          <p:nvPr/>
        </p:nvSpPr>
        <p:spPr>
          <a:xfrm>
            <a:off x="7560439" y="2373428"/>
            <a:ext cx="1505430" cy="1551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Association,</a:t>
            </a:r>
          </a:p>
          <a:p>
            <a:endParaRPr lang="en-US" dirty="0"/>
          </a:p>
          <a:p>
            <a:r>
              <a:rPr lang="en-US" dirty="0"/>
              <a:t>Communal,</a:t>
            </a:r>
          </a:p>
          <a:p>
            <a:r>
              <a:rPr lang="en-US" dirty="0"/>
              <a:t>Environment,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9DDFF-2814-402E-A31D-9912FCEDBA3E}"/>
              </a:ext>
            </a:extLst>
          </p:cNvPr>
          <p:cNvSpPr txBox="1"/>
          <p:nvPr/>
        </p:nvSpPr>
        <p:spPr>
          <a:xfrm>
            <a:off x="2770909" y="1946524"/>
            <a:ext cx="87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CEFR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E76DF-EE86-4F33-AD42-6EC96BC7388C}"/>
              </a:ext>
            </a:extLst>
          </p:cNvPr>
          <p:cNvSpPr txBox="1"/>
          <p:nvPr/>
        </p:nvSpPr>
        <p:spPr>
          <a:xfrm>
            <a:off x="4399520" y="1888168"/>
            <a:ext cx="4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F289E4-DC50-4F0E-8426-D3A19F4B8BA2}"/>
              </a:ext>
            </a:extLst>
          </p:cNvPr>
          <p:cNvSpPr txBox="1"/>
          <p:nvPr/>
        </p:nvSpPr>
        <p:spPr>
          <a:xfrm>
            <a:off x="6220584" y="1911927"/>
            <a:ext cx="375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26B1E-C1AF-4E5F-9B09-2DADD0565E93}"/>
              </a:ext>
            </a:extLst>
          </p:cNvPr>
          <p:cNvSpPr txBox="1"/>
          <p:nvPr/>
        </p:nvSpPr>
        <p:spPr>
          <a:xfrm>
            <a:off x="8125223" y="1911927"/>
            <a:ext cx="375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568A1-BBC7-48F9-96D1-D01087CB76C3}"/>
              </a:ext>
            </a:extLst>
          </p:cNvPr>
          <p:cNvSpPr txBox="1"/>
          <p:nvPr/>
        </p:nvSpPr>
        <p:spPr>
          <a:xfrm>
            <a:off x="4121264" y="2672264"/>
            <a:ext cx="1146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People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E757E-1F1B-4782-81D2-CB3C047F2788}"/>
              </a:ext>
            </a:extLst>
          </p:cNvPr>
          <p:cNvSpPr txBox="1"/>
          <p:nvPr/>
        </p:nvSpPr>
        <p:spPr>
          <a:xfrm>
            <a:off x="5672464" y="2451207"/>
            <a:ext cx="1146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BD92C0-A38B-4F3A-9F78-F1893261FE55}"/>
              </a:ext>
            </a:extLst>
          </p:cNvPr>
          <p:cNvSpPr txBox="1"/>
          <p:nvPr/>
        </p:nvSpPr>
        <p:spPr>
          <a:xfrm>
            <a:off x="7560439" y="2855042"/>
            <a:ext cx="134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Society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5D68A-63A4-47B5-958A-D7DF88A2B2D6}"/>
              </a:ext>
            </a:extLst>
          </p:cNvPr>
          <p:cNvSpPr/>
          <p:nvPr/>
        </p:nvSpPr>
        <p:spPr>
          <a:xfrm>
            <a:off x="3640962" y="5083657"/>
            <a:ext cx="1558855" cy="6234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: .9932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58C99F-6C97-4191-9A85-6B0F2C5C8911}"/>
              </a:ext>
            </a:extLst>
          </p:cNvPr>
          <p:cNvSpPr/>
          <p:nvPr/>
        </p:nvSpPr>
        <p:spPr>
          <a:xfrm>
            <a:off x="7625240" y="5083656"/>
            <a:ext cx="1558855" cy="6234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: .9930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09D708-3585-45D5-B125-588F9E610EB3}"/>
              </a:ext>
            </a:extLst>
          </p:cNvPr>
          <p:cNvSpPr txBox="1"/>
          <p:nvPr/>
        </p:nvSpPr>
        <p:spPr>
          <a:xfrm>
            <a:off x="5754618" y="1210554"/>
            <a:ext cx="1394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ighlight>
                  <a:srgbClr val="ED7D31"/>
                </a:highlight>
              </a:rPr>
              <a:t>people</a:t>
            </a:r>
            <a:endParaRPr lang="en-IN" sz="2800" dirty="0">
              <a:highlight>
                <a:srgbClr val="ED7D31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74D9B-5E8C-45CA-AC6F-201B55CDFEAF}"/>
              </a:ext>
            </a:extLst>
          </p:cNvPr>
          <p:cNvSpPr/>
          <p:nvPr/>
        </p:nvSpPr>
        <p:spPr>
          <a:xfrm>
            <a:off x="5672464" y="5083656"/>
            <a:ext cx="1558855" cy="6234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: .9940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70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024 L -0.00144 0.2259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-0.00208 0.2520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0.00339 0.1960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9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07407E-6 L 0.16745 0.03565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72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8" grpId="1"/>
      <p:bldP spid="19" grpId="1"/>
      <p:bldP spid="20" grpId="1"/>
      <p:bldP spid="21" grpId="0" animBg="1"/>
      <p:bldP spid="21" grpId="1" animBg="1"/>
      <p:bldP spid="23" grpId="0" animBg="1"/>
      <p:bldP spid="23" grpId="1" animBg="1"/>
      <p:bldP spid="24" grpId="0"/>
      <p:bldP spid="25" grpId="0" animBg="1"/>
      <p:bldP spid="2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9BEDED-D601-45D1-B62B-BDEB431E9A1C}"/>
              </a:ext>
            </a:extLst>
          </p:cNvPr>
          <p:cNvSpPr/>
          <p:nvPr/>
        </p:nvSpPr>
        <p:spPr>
          <a:xfrm>
            <a:off x="0" y="257089"/>
            <a:ext cx="4676172" cy="52086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and display PDF</a:t>
            </a:r>
            <a:endParaRPr lang="en-IN" b="1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1C4863A-3C53-4922-BF10-0F16BE7D0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650157"/>
              </p:ext>
            </p:extLst>
          </p:nvPr>
        </p:nvGraphicFramePr>
        <p:xfrm>
          <a:off x="2032001" y="1203767"/>
          <a:ext cx="8385214" cy="5046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2404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BF19CFE6-7621-4FFB-A4F3-53DFD3860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50111" cy="4153532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3F4DD1A1-652B-4ECB-A8DE-07087A83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0491" y="0"/>
            <a:ext cx="864150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hidden="1">
            <a:extLst>
              <a:ext uri="{FF2B5EF4-FFF2-40B4-BE49-F238E27FC236}">
                <a16:creationId xmlns:a16="http://schemas.microsoft.com/office/drawing/2014/main" id="{E2271F3E-C693-4F5F-9E5F-B543945D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6940D1-0AED-42BB-9A33-5C852EBF1F6C}"/>
              </a:ext>
            </a:extLst>
          </p:cNvPr>
          <p:cNvSpPr/>
          <p:nvPr/>
        </p:nvSpPr>
        <p:spPr>
          <a:xfrm>
            <a:off x="804322" y="5063603"/>
            <a:ext cx="6290161" cy="99028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TOOLS &amp; LIBRARIES</a:t>
            </a:r>
          </a:p>
        </p:txBody>
      </p:sp>
      <p:sp>
        <p:nvSpPr>
          <p:cNvPr id="24" name="Freeform 75">
            <a:extLst>
              <a:ext uri="{FF2B5EF4-FFF2-40B4-BE49-F238E27FC236}">
                <a16:creationId xmlns:a16="http://schemas.microsoft.com/office/drawing/2014/main" id="{D4A67D3B-CF15-41C0-AEB5-8D857A8A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3138412" cy="3315551"/>
          </a:xfrm>
          <a:custGeom>
            <a:avLst/>
            <a:gdLst>
              <a:gd name="connsiteX0" fmla="*/ 0 w 3138412"/>
              <a:gd name="connsiteY0" fmla="*/ 0 h 3315551"/>
              <a:gd name="connsiteX1" fmla="*/ 2697473 w 3138412"/>
              <a:gd name="connsiteY1" fmla="*/ 0 h 3315551"/>
              <a:gd name="connsiteX2" fmla="*/ 2788573 w 3138412"/>
              <a:gd name="connsiteY2" fmla="*/ 121826 h 3315551"/>
              <a:gd name="connsiteX3" fmla="*/ 3138412 w 3138412"/>
              <a:gd name="connsiteY3" fmla="*/ 1267122 h 3315551"/>
              <a:gd name="connsiteX4" fmla="*/ 1089983 w 3138412"/>
              <a:gd name="connsiteY4" fmla="*/ 3315551 h 3315551"/>
              <a:gd name="connsiteX5" fmla="*/ 113581 w 3138412"/>
              <a:gd name="connsiteY5" fmla="*/ 3068317 h 3315551"/>
              <a:gd name="connsiteX6" fmla="*/ 0 w 3138412"/>
              <a:gd name="connsiteY6" fmla="*/ 2999315 h 331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38412" h="3315551">
                <a:moveTo>
                  <a:pt x="0" y="0"/>
                </a:moveTo>
                <a:lnTo>
                  <a:pt x="2697473" y="0"/>
                </a:lnTo>
                <a:lnTo>
                  <a:pt x="2788573" y="121826"/>
                </a:lnTo>
                <a:cubicBezTo>
                  <a:pt x="3009443" y="448758"/>
                  <a:pt x="3138412" y="842879"/>
                  <a:pt x="3138412" y="1267122"/>
                </a:cubicBezTo>
                <a:cubicBezTo>
                  <a:pt x="3138412" y="2398438"/>
                  <a:pt x="2221299" y="3315551"/>
                  <a:pt x="1089983" y="3315551"/>
                </a:cubicBezTo>
                <a:cubicBezTo>
                  <a:pt x="736447" y="3315551"/>
                  <a:pt x="403829" y="3225989"/>
                  <a:pt x="113581" y="3068317"/>
                </a:cubicBezTo>
                <a:lnTo>
                  <a:pt x="0" y="2999315"/>
                </a:ln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61393F1D-3A00-43C6-8BAC-7ED575D10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87" y="320231"/>
            <a:ext cx="2296146" cy="2296146"/>
          </a:xfrm>
          <a:prstGeom prst="rect">
            <a:avLst/>
          </a:prstGeom>
        </p:spPr>
      </p:pic>
      <p:sp>
        <p:nvSpPr>
          <p:cNvPr id="26" name="Oval 25" hidden="1">
            <a:extLst>
              <a:ext uri="{FF2B5EF4-FFF2-40B4-BE49-F238E27FC236}">
                <a16:creationId xmlns:a16="http://schemas.microsoft.com/office/drawing/2014/main" id="{4EE44E17-6A21-4DF3-9573-0819D6F00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0441" y="563445"/>
            <a:ext cx="3123224" cy="3123224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Logo, icon&#10;&#10;Description automatically generated">
            <a:extLst>
              <a:ext uri="{FF2B5EF4-FFF2-40B4-BE49-F238E27FC236}">
                <a16:creationId xmlns:a16="http://schemas.microsoft.com/office/drawing/2014/main" id="{CD01BFE4-2793-4D76-B40D-A7D72E727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34" y="1158239"/>
            <a:ext cx="1933637" cy="1933637"/>
          </a:xfrm>
          <a:prstGeom prst="rect">
            <a:avLst/>
          </a:prstGeom>
        </p:spPr>
      </p:pic>
      <p:sp>
        <p:nvSpPr>
          <p:cNvPr id="28" name="Freeform 67">
            <a:extLst>
              <a:ext uri="{FF2B5EF4-FFF2-40B4-BE49-F238E27FC236}">
                <a16:creationId xmlns:a16="http://schemas.microsoft.com/office/drawing/2014/main" id="{1DE44A29-0857-4193-8859-8E5D8A3CD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20733" y="0"/>
            <a:ext cx="3693492" cy="2106382"/>
          </a:xfrm>
          <a:custGeom>
            <a:avLst/>
            <a:gdLst>
              <a:gd name="connsiteX0" fmla="*/ 20343 w 3693492"/>
              <a:gd name="connsiteY0" fmla="*/ 0 h 2106382"/>
              <a:gd name="connsiteX1" fmla="*/ 3673149 w 3693492"/>
              <a:gd name="connsiteY1" fmla="*/ 0 h 2106382"/>
              <a:gd name="connsiteX2" fmla="*/ 3683957 w 3693492"/>
              <a:gd name="connsiteY2" fmla="*/ 70817 h 2106382"/>
              <a:gd name="connsiteX3" fmla="*/ 3693492 w 3693492"/>
              <a:gd name="connsiteY3" fmla="*/ 259636 h 2106382"/>
              <a:gd name="connsiteX4" fmla="*/ 1846746 w 3693492"/>
              <a:gd name="connsiteY4" fmla="*/ 2106382 h 2106382"/>
              <a:gd name="connsiteX5" fmla="*/ 0 w 3693492"/>
              <a:gd name="connsiteY5" fmla="*/ 259636 h 2106382"/>
              <a:gd name="connsiteX6" fmla="*/ 9535 w 3693492"/>
              <a:gd name="connsiteY6" fmla="*/ 70817 h 210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93492" h="2106382">
                <a:moveTo>
                  <a:pt x="20343" y="0"/>
                </a:moveTo>
                <a:lnTo>
                  <a:pt x="3673149" y="0"/>
                </a:lnTo>
                <a:lnTo>
                  <a:pt x="3683957" y="70817"/>
                </a:lnTo>
                <a:cubicBezTo>
                  <a:pt x="3690262" y="132899"/>
                  <a:pt x="3693492" y="195891"/>
                  <a:pt x="3693492" y="259636"/>
                </a:cubicBezTo>
                <a:cubicBezTo>
                  <a:pt x="3693492" y="1279566"/>
                  <a:pt x="2866676" y="2106382"/>
                  <a:pt x="1846746" y="2106382"/>
                </a:cubicBezTo>
                <a:cubicBezTo>
                  <a:pt x="826816" y="2106382"/>
                  <a:pt x="0" y="1279566"/>
                  <a:pt x="0" y="259636"/>
                </a:cubicBezTo>
                <a:cubicBezTo>
                  <a:pt x="0" y="195891"/>
                  <a:pt x="3230" y="132899"/>
                  <a:pt x="9535" y="70817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4E86C4C-61B5-4566-82DF-0F873E5FC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43" y="190886"/>
            <a:ext cx="2379671" cy="1332615"/>
          </a:xfrm>
          <a:prstGeom prst="rect">
            <a:avLst/>
          </a:prstGeom>
        </p:spPr>
      </p:pic>
      <p:sp>
        <p:nvSpPr>
          <p:cNvPr id="30" name="Freeform 71">
            <a:extLst>
              <a:ext uri="{FF2B5EF4-FFF2-40B4-BE49-F238E27FC236}">
                <a16:creationId xmlns:a16="http://schemas.microsoft.com/office/drawing/2014/main" id="{B2A37BC1-02C0-4D97-8BEC-5BECAD9A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80944" y="2616377"/>
            <a:ext cx="3711057" cy="4251098"/>
          </a:xfrm>
          <a:custGeom>
            <a:avLst/>
            <a:gdLst>
              <a:gd name="connsiteX0" fmla="*/ 2538398 w 3711057"/>
              <a:gd name="connsiteY0" fmla="*/ 0 h 4251098"/>
              <a:gd name="connsiteX1" fmla="*/ 3526457 w 3711057"/>
              <a:gd name="connsiteY1" fmla="*/ 199480 h 4251098"/>
              <a:gd name="connsiteX2" fmla="*/ 3711057 w 3711057"/>
              <a:gd name="connsiteY2" fmla="*/ 288406 h 4251098"/>
              <a:gd name="connsiteX3" fmla="*/ 3711057 w 3711057"/>
              <a:gd name="connsiteY3" fmla="*/ 4251098 h 4251098"/>
              <a:gd name="connsiteX4" fmla="*/ 668754 w 3711057"/>
              <a:gd name="connsiteY4" fmla="*/ 4251098 h 4251098"/>
              <a:gd name="connsiteX5" fmla="*/ 579647 w 3711057"/>
              <a:gd name="connsiteY5" fmla="*/ 4153055 h 4251098"/>
              <a:gd name="connsiteX6" fmla="*/ 0 w 3711057"/>
              <a:gd name="connsiteY6" fmla="*/ 2538398 h 4251098"/>
              <a:gd name="connsiteX7" fmla="*/ 2538398 w 3711057"/>
              <a:gd name="connsiteY7" fmla="*/ 0 h 42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1057" h="4251098">
                <a:moveTo>
                  <a:pt x="2538398" y="0"/>
                </a:moveTo>
                <a:cubicBezTo>
                  <a:pt x="2888878" y="0"/>
                  <a:pt x="3222768" y="71030"/>
                  <a:pt x="3526457" y="199480"/>
                </a:cubicBezTo>
                <a:lnTo>
                  <a:pt x="3711057" y="288406"/>
                </a:lnTo>
                <a:lnTo>
                  <a:pt x="3711057" y="4251098"/>
                </a:lnTo>
                <a:lnTo>
                  <a:pt x="668754" y="4251098"/>
                </a:lnTo>
                <a:lnTo>
                  <a:pt x="579647" y="4153055"/>
                </a:lnTo>
                <a:cubicBezTo>
                  <a:pt x="217529" y="3714270"/>
                  <a:pt x="0" y="3151738"/>
                  <a:pt x="0" y="2538398"/>
                </a:cubicBezTo>
                <a:cubicBezTo>
                  <a:pt x="0" y="1136479"/>
                  <a:pt x="1136479" y="0"/>
                  <a:pt x="2538398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4BAC5A5-5A0F-497E-8A33-15637D5318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168" y="3734501"/>
            <a:ext cx="2816218" cy="2816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0E9824-E597-48C7-A391-3DD66A6628B7}"/>
              </a:ext>
            </a:extLst>
          </p:cNvPr>
          <p:cNvSpPr txBox="1"/>
          <p:nvPr/>
        </p:nvSpPr>
        <p:spPr>
          <a:xfrm>
            <a:off x="335666" y="1157468"/>
            <a:ext cx="74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128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A59D36C-EEA4-407F-AE2D-8F7767661E62}"/>
              </a:ext>
            </a:extLst>
          </p:cNvPr>
          <p:cNvSpPr/>
          <p:nvPr/>
        </p:nvSpPr>
        <p:spPr>
          <a:xfrm>
            <a:off x="8373915" y="1643396"/>
            <a:ext cx="3334043" cy="34764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680960-A301-4BD1-B2C5-B3A3237B3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3732" y="1217022"/>
            <a:ext cx="6143625" cy="2858363"/>
          </a:xfrm>
        </p:spPr>
        <p:txBody>
          <a:bodyPr>
            <a:normAutofit/>
          </a:bodyPr>
          <a:lstStyle/>
          <a:p>
            <a:pPr algn="l"/>
            <a:r>
              <a:rPr lang="en-US" sz="7200" b="1" dirty="0">
                <a:solidFill>
                  <a:schemeClr val="bg1"/>
                </a:solidFill>
              </a:rPr>
              <a:t>THANK YOU!</a:t>
            </a:r>
            <a:endParaRPr lang="en-IN" sz="7200" b="1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6CC640-0DD8-4721-B15B-253174AFB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F34E42-D1FE-4B5D-86BB-13073AC39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8932BF5-C4A0-4FCB-BDA5-43B4B8707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F3E13B6-EE2F-4F85-BD02-171953A805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F50E3A-159C-47E4-95D9-6CB23AE21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283F107-CFFF-46A6-92CA-C482348BBD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81A41DC-38A5-4D78-915B-B7DB869D2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E868E62C-9205-44FC-8AEC-2C93C4150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9025" y="2129660"/>
            <a:ext cx="2663825" cy="266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5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700</Words>
  <Application>Microsoft Macintosh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Segoe UI</vt:lpstr>
      <vt:lpstr>Wingdings</vt:lpstr>
      <vt:lpstr>Office Theme</vt:lpstr>
      <vt:lpstr>Members @ WORK</vt:lpstr>
      <vt:lpstr>PowerPoint Presentation</vt:lpstr>
      <vt:lpstr>Proposed Solution </vt:lpstr>
      <vt:lpstr>Intell- e -Reader</vt:lpstr>
      <vt:lpstr>PowerPoint Presentation</vt:lpstr>
      <vt:lpstr>Technical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 - e -Reader</dc:title>
  <dc:creator>Umapathy, Sujith Gunjur (SRH Hochschulen Berlin Student)</dc:creator>
  <cp:lastModifiedBy>Suvarna, Prajyot (SRH Hochschulen Berlin Student)</cp:lastModifiedBy>
  <cp:revision>17</cp:revision>
  <dcterms:created xsi:type="dcterms:W3CDTF">2021-02-04T14:42:29Z</dcterms:created>
  <dcterms:modified xsi:type="dcterms:W3CDTF">2021-02-06T13:43:45Z</dcterms:modified>
</cp:coreProperties>
</file>